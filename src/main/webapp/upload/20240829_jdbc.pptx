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425" autoAdjust="0"/>
    <p:restoredTop sz="94660"/>
  </p:normalViewPr>
  <p:slideViewPr>
    <p:cSldViewPr>
      <p:cViewPr>
        <p:scale>
          <a:sx n="150" d="100"/>
          <a:sy n="150" d="100"/>
        </p:scale>
        <p:origin x="-7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8CC-9459-40FC-AC29-7E4AB9867752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0BF-6EE4-4681-B8E0-B897E48C13D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8CC-9459-40FC-AC29-7E4AB9867752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0BF-6EE4-4681-B8E0-B897E48C13D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8CC-9459-40FC-AC29-7E4AB9867752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0BF-6EE4-4681-B8E0-B897E48C13D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8CC-9459-40FC-AC29-7E4AB9867752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0BF-6EE4-4681-B8E0-B897E48C13D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8CC-9459-40FC-AC29-7E4AB9867752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0BF-6EE4-4681-B8E0-B897E48C13D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8CC-9459-40FC-AC29-7E4AB9867752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0BF-6EE4-4681-B8E0-B897E48C13D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8CC-9459-40FC-AC29-7E4AB9867752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0BF-6EE4-4681-B8E0-B897E48C13D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8CC-9459-40FC-AC29-7E4AB9867752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0BF-6EE4-4681-B8E0-B897E48C13D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8CC-9459-40FC-AC29-7E4AB9867752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0BF-6EE4-4681-B8E0-B897E48C13D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8CC-9459-40FC-AC29-7E4AB9867752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0BF-6EE4-4681-B8E0-B897E48C13D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8CC-9459-40FC-AC29-7E4AB9867752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DD0BF-6EE4-4681-B8E0-B897E48C13D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2A8CC-9459-40FC-AC29-7E4AB9867752}" type="datetimeFigureOut">
              <a:rPr lang="ko-KR" altLang="en-US" smtClean="0"/>
              <a:pPr/>
              <a:t>2024-08-30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DD0BF-6EE4-4681-B8E0-B897E48C13D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142852"/>
            <a:ext cx="7819256" cy="6524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*JDBC(Java </a:t>
            </a:r>
            <a:r>
              <a:rPr lang="en-US" altLang="ko-KR" dirty="0" err="1" smtClean="0"/>
              <a:t>DataBase</a:t>
            </a:r>
            <a:r>
              <a:rPr lang="en-US" altLang="ko-KR" dirty="0" smtClean="0"/>
              <a:t> Connectivity)</a:t>
            </a:r>
          </a:p>
          <a:p>
            <a:r>
              <a:rPr lang="en-US" altLang="ko-KR" sz="1600" dirty="0" smtClean="0"/>
              <a:t> - Java</a:t>
            </a:r>
            <a:r>
              <a:rPr lang="ko-KR" altLang="en-US" sz="1600" dirty="0" smtClean="0"/>
              <a:t>에서 </a:t>
            </a:r>
            <a:r>
              <a:rPr lang="en-US" altLang="ko-KR" sz="1600" dirty="0" smtClean="0"/>
              <a:t>DBMS</a:t>
            </a:r>
            <a:r>
              <a:rPr lang="ko-KR" altLang="en-US" sz="1600" dirty="0" smtClean="0"/>
              <a:t>와 연동하기 위한 저수준 </a:t>
            </a:r>
            <a:r>
              <a:rPr lang="en-US" altLang="ko-KR" sz="1600" dirty="0" smtClean="0"/>
              <a:t>API.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java.sql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패키지에서 관련 인터페이스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및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클래스를 제공한다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Driver loading</a:t>
            </a:r>
            <a:r>
              <a:rPr lang="ko-KR" altLang="en-US" sz="1600" dirty="0" smtClean="0"/>
              <a:t>방식</a:t>
            </a:r>
            <a:r>
              <a:rPr lang="en-US" altLang="ko-KR" sz="1600" dirty="0" smtClean="0"/>
              <a:t>.( Driver</a:t>
            </a:r>
            <a:r>
              <a:rPr lang="ko-KR" altLang="en-US" sz="1600" dirty="0" smtClean="0"/>
              <a:t>만 제공되면 모든 </a:t>
            </a:r>
            <a:r>
              <a:rPr lang="en-US" altLang="ko-KR" sz="1600" dirty="0" smtClean="0"/>
              <a:t>DBMS</a:t>
            </a:r>
            <a:r>
              <a:rPr lang="ko-KR" altLang="en-US" sz="1600" dirty="0" smtClean="0"/>
              <a:t>와 연동할 수 있다</a:t>
            </a:r>
            <a:r>
              <a:rPr lang="en-US" altLang="ko-KR" sz="1600" dirty="0" smtClean="0"/>
              <a:t>.)</a:t>
            </a:r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*driver type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type 1  : JDBC-ODBC Bridge Driver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-Windows </a:t>
            </a:r>
            <a:r>
              <a:rPr lang="ko-KR" altLang="en-US" sz="1600" dirty="0" smtClean="0"/>
              <a:t>에서만 사용할 수 있는 </a:t>
            </a:r>
            <a:r>
              <a:rPr lang="en-US" altLang="ko-KR" sz="1600" dirty="0" smtClean="0"/>
              <a:t>Driver. DBMS</a:t>
            </a:r>
            <a:r>
              <a:rPr lang="ko-KR" altLang="en-US" sz="1600" dirty="0" smtClean="0"/>
              <a:t>와의 연동은 </a:t>
            </a:r>
            <a:r>
              <a:rPr lang="en-US" altLang="ko-KR" sz="1600" dirty="0" smtClean="0"/>
              <a:t>OS</a:t>
            </a:r>
            <a:r>
              <a:rPr lang="ko-KR" altLang="en-US" sz="1600" dirty="0" smtClean="0"/>
              <a:t>에서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설정하고</a:t>
            </a:r>
            <a:r>
              <a:rPr lang="en-US" altLang="ko-KR" sz="1600" dirty="0" smtClean="0"/>
              <a:t>,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Java</a:t>
            </a:r>
            <a:r>
              <a:rPr lang="ko-KR" altLang="en-US" sz="1600" dirty="0" smtClean="0"/>
              <a:t>에서 연결하여 사용하는 방식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속도가 느리다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-Java</a:t>
            </a:r>
            <a:r>
              <a:rPr lang="ko-KR" altLang="en-US" sz="1600" dirty="0" smtClean="0"/>
              <a:t>는 </a:t>
            </a:r>
            <a:r>
              <a:rPr lang="en-US" altLang="ko-KR" sz="1600" dirty="0" smtClean="0"/>
              <a:t>Windows</a:t>
            </a:r>
            <a:r>
              <a:rPr lang="ko-KR" altLang="en-US" sz="1600" dirty="0" smtClean="0"/>
              <a:t>에서 서비스되는 일이 많지 않기 때문에 거의 사용하지 않는다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- type 2 : native driver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-Driver</a:t>
            </a:r>
            <a:r>
              <a:rPr lang="ko-KR" altLang="en-US" sz="1600" dirty="0" smtClean="0"/>
              <a:t>를 제작한 언어가 </a:t>
            </a:r>
            <a:r>
              <a:rPr lang="en-US" altLang="ko-KR" sz="1600" dirty="0" smtClean="0"/>
              <a:t>Java</a:t>
            </a:r>
            <a:r>
              <a:rPr lang="ko-KR" altLang="en-US" sz="1600" dirty="0" smtClean="0"/>
              <a:t>와는 다른 언어로된 </a:t>
            </a:r>
            <a:r>
              <a:rPr lang="en-US" altLang="ko-KR" sz="1600" dirty="0" smtClean="0"/>
              <a:t>driver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-Driver</a:t>
            </a:r>
            <a:r>
              <a:rPr lang="ko-KR" altLang="en-US" sz="1600" dirty="0" smtClean="0"/>
              <a:t>를 사용하기 위해서 별도의 프로그램을 설치해야 한다</a:t>
            </a:r>
            <a:r>
              <a:rPr lang="en-US" altLang="ko-KR" sz="1600" dirty="0" smtClean="0"/>
              <a:t>. 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-Middleware</a:t>
            </a:r>
            <a:r>
              <a:rPr lang="ko-KR" altLang="en-US" sz="1600" dirty="0" smtClean="0"/>
              <a:t>에서 주로 사용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 -</a:t>
            </a:r>
            <a:r>
              <a:rPr lang="ko-KR" altLang="en-US" sz="1600" dirty="0"/>
              <a:t> </a:t>
            </a:r>
            <a:r>
              <a:rPr lang="en-US" altLang="ko-KR" sz="1600" dirty="0" smtClean="0"/>
              <a:t>type 3 : network protocol driver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-applet</a:t>
            </a:r>
            <a:r>
              <a:rPr lang="ko-KR" altLang="en-US" sz="1600" dirty="0" smtClean="0"/>
              <a:t>에서 </a:t>
            </a:r>
            <a:r>
              <a:rPr lang="en-US" altLang="ko-KR" sz="1600" dirty="0" smtClean="0"/>
              <a:t>DBMS</a:t>
            </a:r>
            <a:r>
              <a:rPr lang="ko-KR" altLang="en-US" sz="1600" dirty="0" smtClean="0"/>
              <a:t>와 연동하기위한 </a:t>
            </a:r>
            <a:r>
              <a:rPr lang="en-US" altLang="ko-KR" sz="1600" dirty="0" smtClean="0"/>
              <a:t>driver.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- type 4 : native protocol driver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-JDBC</a:t>
            </a:r>
            <a:r>
              <a:rPr lang="ko-KR" altLang="en-US" sz="1600" dirty="0" smtClean="0"/>
              <a:t>에서 가장 많이 사용하는 </a:t>
            </a:r>
            <a:r>
              <a:rPr lang="en-US" altLang="ko-KR" sz="1600" dirty="0" smtClean="0"/>
              <a:t>driver.(</a:t>
            </a:r>
            <a:r>
              <a:rPr lang="ko-KR" altLang="en-US" sz="1600" dirty="0" smtClean="0"/>
              <a:t>빠른 성능과 안정성을 제공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-driver</a:t>
            </a:r>
            <a:r>
              <a:rPr lang="ko-KR" altLang="en-US" sz="1600" dirty="0" smtClean="0"/>
              <a:t>를 제작한 언어가 </a:t>
            </a:r>
            <a:r>
              <a:rPr lang="en-US" altLang="ko-KR" sz="1600" dirty="0" smtClean="0"/>
              <a:t>java</a:t>
            </a:r>
            <a:r>
              <a:rPr lang="ko-KR" altLang="en-US" sz="1600" dirty="0" smtClean="0"/>
              <a:t>언어이므로</a:t>
            </a:r>
            <a:r>
              <a:rPr lang="en-US" altLang="ko-KR" sz="1600" dirty="0" smtClean="0"/>
              <a:t>, driver</a:t>
            </a:r>
            <a:r>
              <a:rPr lang="ko-KR" altLang="en-US" sz="1600" dirty="0" smtClean="0"/>
              <a:t>를 사용하는 자바프로그램에서는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</a:t>
            </a:r>
            <a:r>
              <a:rPr lang="ko-KR" altLang="en-US" sz="1600" dirty="0" smtClean="0"/>
              <a:t>데이터를 주고 받을 때 문제가 거의 발생하지 않는 방식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2428860" y="1142984"/>
            <a:ext cx="50006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 rot="16200000" flipV="1">
            <a:off x="2571736" y="1214422"/>
            <a:ext cx="214314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14612" y="1285860"/>
            <a:ext cx="45160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-DB Vendor</a:t>
            </a:r>
            <a:r>
              <a:rPr lang="ko-KR" altLang="en-US" sz="1200" dirty="0" smtClean="0"/>
              <a:t>사에 제공하는 </a:t>
            </a:r>
            <a:r>
              <a:rPr lang="en-US" altLang="ko-KR" sz="1200" dirty="0" err="1" smtClean="0"/>
              <a:t>bytecode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 smtClean="0"/>
              <a:t>-DB Server</a:t>
            </a:r>
            <a:r>
              <a:rPr lang="ko-KR" altLang="en-US" sz="1200" dirty="0" smtClean="0"/>
              <a:t>에 접속하기위한 </a:t>
            </a:r>
            <a:r>
              <a:rPr lang="en-US" altLang="ko-KR" sz="1200" dirty="0" smtClean="0"/>
              <a:t>DB client</a:t>
            </a:r>
            <a:r>
              <a:rPr lang="ko-KR" altLang="en-US" sz="1200" dirty="0" smtClean="0"/>
              <a:t>를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bytecode</a:t>
            </a:r>
            <a:r>
              <a:rPr lang="ko-KR" altLang="en-US" sz="1200" dirty="0" smtClean="0"/>
              <a:t>로 제작한 것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 smtClean="0"/>
              <a:t>-Driver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.jar</a:t>
            </a:r>
            <a:r>
              <a:rPr lang="ko-KR" altLang="en-US" sz="1200" dirty="0" smtClean="0"/>
              <a:t>로 배포된다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 smtClean="0"/>
              <a:t>-Java</a:t>
            </a:r>
            <a:r>
              <a:rPr lang="ko-KR" altLang="en-US" sz="1200" dirty="0" smtClean="0"/>
              <a:t>에는 </a:t>
            </a:r>
            <a:r>
              <a:rPr lang="en-US" altLang="ko-KR" sz="1200" dirty="0" smtClean="0"/>
              <a:t>Windows OS</a:t>
            </a:r>
            <a:r>
              <a:rPr lang="ko-KR" altLang="en-US" sz="1200" dirty="0" smtClean="0"/>
              <a:t>용 </a:t>
            </a:r>
            <a:r>
              <a:rPr lang="en-US" altLang="ko-KR" sz="1200" dirty="0" smtClean="0"/>
              <a:t>JDBC-ODBC Bridge Driver</a:t>
            </a:r>
            <a:r>
              <a:rPr lang="ko-KR" altLang="en-US" sz="1200" dirty="0" smtClean="0"/>
              <a:t>만 제공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 smtClean="0"/>
              <a:t>-Driver </a:t>
            </a:r>
            <a:r>
              <a:rPr lang="ko-KR" altLang="en-US" sz="1200" dirty="0" smtClean="0"/>
              <a:t>종류는 </a:t>
            </a:r>
            <a:r>
              <a:rPr lang="en-US" altLang="ko-KR" sz="1200" dirty="0" smtClean="0"/>
              <a:t>4</a:t>
            </a:r>
            <a:r>
              <a:rPr lang="ko-KR" altLang="en-US" sz="1200" dirty="0" smtClean="0"/>
              <a:t>가지 </a:t>
            </a:r>
            <a:r>
              <a:rPr lang="en-US" altLang="ko-KR" sz="1200" dirty="0" smtClean="0"/>
              <a:t>Type</a:t>
            </a:r>
            <a:r>
              <a:rPr lang="ko-KR" altLang="en-US" sz="1200" dirty="0" smtClean="0"/>
              <a:t>이 있다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1677068"/>
            <a:ext cx="714380" cy="251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7950" y="2143116"/>
            <a:ext cx="1223963" cy="313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직선 화살표 연결선 10"/>
          <p:cNvCxnSpPr/>
          <p:nvPr/>
        </p:nvCxnSpPr>
        <p:spPr>
          <a:xfrm rot="5400000" flipH="1" flipV="1">
            <a:off x="6286512" y="2428868"/>
            <a:ext cx="285752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2" y="285728"/>
            <a:ext cx="9332170" cy="62786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*JDBC </a:t>
            </a:r>
            <a:r>
              <a:rPr lang="ko-KR" altLang="en-US" dirty="0" smtClean="0"/>
              <a:t>개발에 사용되는 객체들</a:t>
            </a:r>
            <a:endParaRPr lang="en-US" altLang="ko-KR" dirty="0" smtClean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  -</a:t>
            </a:r>
            <a:r>
              <a:rPr lang="en-US" altLang="ko-KR" sz="1600" dirty="0" err="1" smtClean="0"/>
              <a:t>java.lang.</a:t>
            </a:r>
            <a:r>
              <a:rPr lang="en-US" altLang="ko-KR" sz="1600" b="1" dirty="0" err="1" smtClean="0"/>
              <a:t>Class</a:t>
            </a:r>
            <a:r>
              <a:rPr lang="en-US" altLang="ko-KR" sz="1600" dirty="0" smtClean="0"/>
              <a:t> : </a:t>
            </a:r>
            <a:r>
              <a:rPr lang="ko-KR" altLang="en-US" sz="1600" dirty="0" smtClean="0"/>
              <a:t>배포되는 드라이버 내 특정 클래스를 객체화하여 </a:t>
            </a:r>
            <a:r>
              <a:rPr lang="en-US" altLang="ko-KR" sz="1600" dirty="0" smtClean="0"/>
              <a:t>JVM</a:t>
            </a:r>
            <a:r>
              <a:rPr lang="ko-KR" altLang="en-US" sz="1600" dirty="0" smtClean="0"/>
              <a:t>에 </a:t>
            </a:r>
            <a:r>
              <a:rPr lang="en-US" altLang="ko-KR" sz="1600" dirty="0" smtClean="0"/>
              <a:t>instance</a:t>
            </a:r>
            <a:r>
              <a:rPr lang="ko-KR" altLang="en-US" sz="1600" dirty="0" smtClean="0"/>
              <a:t>를 생성하는 일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 -</a:t>
            </a:r>
            <a:r>
              <a:rPr lang="en-US" altLang="ko-KR" sz="1600" dirty="0" err="1" smtClean="0"/>
              <a:t>java.sql.</a:t>
            </a:r>
            <a:r>
              <a:rPr lang="en-US" altLang="ko-KR" sz="1600" b="1" dirty="0" err="1" smtClean="0"/>
              <a:t>DriverManager</a:t>
            </a:r>
            <a:r>
              <a:rPr lang="en-US" altLang="ko-KR" sz="1600" dirty="0" smtClean="0"/>
              <a:t> :  </a:t>
            </a:r>
            <a:r>
              <a:rPr lang="ko-KR" altLang="en-US" sz="1600" dirty="0" smtClean="0"/>
              <a:t>로딩된 드라이버를 사용하여 </a:t>
            </a:r>
            <a:r>
              <a:rPr lang="en-US" altLang="ko-KR" sz="1600" dirty="0" smtClean="0"/>
              <a:t>DB</a:t>
            </a:r>
            <a:r>
              <a:rPr lang="ko-KR" altLang="en-US" sz="1600" dirty="0" smtClean="0"/>
              <a:t>연결을 얻는 일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 -</a:t>
            </a:r>
            <a:r>
              <a:rPr lang="en-US" altLang="ko-KR" sz="1600" dirty="0" err="1" smtClean="0"/>
              <a:t>java.sql.</a:t>
            </a:r>
            <a:r>
              <a:rPr lang="en-US" altLang="ko-KR" sz="1600" b="1" dirty="0" err="1" smtClean="0"/>
              <a:t>Connection</a:t>
            </a:r>
            <a:r>
              <a:rPr lang="en-US" altLang="ko-KR" sz="1600" dirty="0" smtClean="0"/>
              <a:t> : DBMS</a:t>
            </a:r>
            <a:r>
              <a:rPr lang="ko-KR" altLang="en-US" sz="1600" dirty="0" smtClean="0"/>
              <a:t>와 연결을 유지</a:t>
            </a:r>
            <a:r>
              <a:rPr lang="en-US" altLang="ko-KR" sz="1600" dirty="0" smtClean="0"/>
              <a:t>, Transaction</a:t>
            </a:r>
            <a:r>
              <a:rPr lang="ko-KR" altLang="en-US" sz="1600" dirty="0" smtClean="0"/>
              <a:t>처리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쿼리문</a:t>
            </a:r>
            <a:r>
              <a:rPr lang="ko-KR" altLang="en-US" sz="1600" dirty="0" smtClean="0"/>
              <a:t> 생성객체를 얻는 일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 </a:t>
            </a:r>
          </a:p>
          <a:p>
            <a:r>
              <a:rPr lang="en-US" altLang="ko-KR" sz="1600" dirty="0" smtClean="0"/>
              <a:t>  -</a:t>
            </a:r>
            <a:r>
              <a:rPr lang="en-US" altLang="ko-KR" sz="1600" dirty="0" err="1" smtClean="0"/>
              <a:t>java.sql.</a:t>
            </a:r>
            <a:r>
              <a:rPr lang="en-US" altLang="ko-KR" sz="1600" b="1" dirty="0" err="1" smtClean="0"/>
              <a:t>Statement</a:t>
            </a:r>
            <a:r>
              <a:rPr lang="en-US" altLang="ko-KR" sz="1600" dirty="0" smtClean="0"/>
              <a:t> : </a:t>
            </a:r>
            <a:r>
              <a:rPr lang="ko-KR" altLang="en-US" sz="1600" dirty="0" err="1" smtClean="0"/>
              <a:t>쿼리문을</a:t>
            </a:r>
            <a:r>
              <a:rPr lang="ko-KR" altLang="en-US" sz="1600" dirty="0" smtClean="0"/>
              <a:t> 실행할 때 마다 생성하여 처리하는 객체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 -</a:t>
            </a:r>
            <a:r>
              <a:rPr lang="en-US" altLang="ko-KR" sz="1600" dirty="0" err="1" smtClean="0"/>
              <a:t>java.sql.</a:t>
            </a:r>
            <a:r>
              <a:rPr lang="en-US" altLang="ko-KR" sz="1600" b="1" dirty="0" err="1" smtClean="0"/>
              <a:t>PreparedStatement</a:t>
            </a:r>
            <a:r>
              <a:rPr lang="en-US" altLang="ko-KR" sz="1600" dirty="0" smtClean="0"/>
              <a:t> : bind</a:t>
            </a:r>
            <a:r>
              <a:rPr lang="ko-KR" altLang="en-US" sz="1600" dirty="0" smtClean="0"/>
              <a:t>변수를 사용하여 </a:t>
            </a:r>
            <a:r>
              <a:rPr lang="ko-KR" altLang="en-US" sz="1600" dirty="0" err="1" smtClean="0"/>
              <a:t>쿼리문을</a:t>
            </a:r>
            <a:r>
              <a:rPr lang="ko-KR" altLang="en-US" sz="1600" dirty="0" smtClean="0"/>
              <a:t> 미리 생성하고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값을 나중에 넣어</a:t>
            </a:r>
            <a:endParaRPr lang="en-US" altLang="ko-KR" sz="1600" dirty="0" smtClean="0"/>
          </a:p>
          <a:p>
            <a:r>
              <a:rPr lang="en-US" altLang="ko-KR" sz="1600" dirty="0" smtClean="0"/>
              <a:t>                                         </a:t>
            </a:r>
            <a:r>
              <a:rPr lang="ko-KR" altLang="en-US" sz="1600" dirty="0" smtClean="0"/>
              <a:t>실행하는 객체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 -</a:t>
            </a:r>
            <a:r>
              <a:rPr lang="en-US" altLang="ko-KR" sz="1600" dirty="0" err="1" smtClean="0"/>
              <a:t>java.sql.</a:t>
            </a:r>
            <a:r>
              <a:rPr lang="en-US" altLang="ko-KR" sz="1600" b="1" dirty="0" err="1" smtClean="0"/>
              <a:t>CallableStatement</a:t>
            </a:r>
            <a:r>
              <a:rPr lang="en-US" altLang="ko-KR" sz="1600" dirty="0" smtClean="0"/>
              <a:t> : Procedure</a:t>
            </a:r>
            <a:r>
              <a:rPr lang="ko-KR" altLang="en-US" sz="1600" dirty="0" smtClean="0"/>
              <a:t>를 호출할 때 사용하는 객체</a:t>
            </a:r>
            <a:r>
              <a:rPr lang="en-US" altLang="ko-KR" sz="1600" dirty="0" smtClean="0"/>
              <a:t>( PL/SQL )</a:t>
            </a:r>
          </a:p>
          <a:p>
            <a:r>
              <a:rPr lang="en-US" altLang="ko-KR" sz="1600" dirty="0" smtClean="0"/>
              <a:t>  -</a:t>
            </a:r>
            <a:r>
              <a:rPr lang="en-US" altLang="ko-KR" sz="1600" dirty="0" err="1" smtClean="0"/>
              <a:t>java.sql.</a:t>
            </a:r>
            <a:r>
              <a:rPr lang="en-US" altLang="ko-KR" sz="1600" b="1" dirty="0" err="1" smtClean="0"/>
              <a:t>ResultSet</a:t>
            </a:r>
            <a:r>
              <a:rPr lang="en-US" altLang="ko-KR" sz="1600" dirty="0" smtClean="0"/>
              <a:t> : </a:t>
            </a:r>
            <a:r>
              <a:rPr lang="ko-KR" altLang="en-US" sz="1600" dirty="0" smtClean="0"/>
              <a:t> 조회된 결과를 사용하기 위한 객체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데이터 형의 변환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 -</a:t>
            </a:r>
            <a:r>
              <a:rPr lang="en-US" altLang="ko-KR" sz="1600" dirty="0" err="1" smtClean="0"/>
              <a:t>java.sql.</a:t>
            </a:r>
            <a:r>
              <a:rPr lang="en-US" altLang="ko-KR" sz="1600" b="1" dirty="0" err="1" smtClean="0"/>
              <a:t>ResultSetMataData</a:t>
            </a:r>
            <a:r>
              <a:rPr lang="en-US" altLang="ko-KR" sz="1600" dirty="0" smtClean="0"/>
              <a:t> : DD </a:t>
            </a:r>
            <a:r>
              <a:rPr lang="ko-KR" altLang="en-US" sz="1600" dirty="0" smtClean="0"/>
              <a:t>없이도 테이블의 메타데이터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컬럼명</a:t>
            </a:r>
            <a:r>
              <a:rPr lang="en-US" altLang="ko-KR" sz="1600" dirty="0" smtClean="0"/>
              <a:t>,</a:t>
            </a:r>
            <a:r>
              <a:rPr lang="ko-KR" altLang="en-US" sz="1600" dirty="0" err="1" smtClean="0"/>
              <a:t>데이터형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크기</a:t>
            </a:r>
            <a:r>
              <a:rPr lang="en-US" altLang="ko-KR" sz="1600" dirty="0" smtClean="0"/>
              <a:t>, null </a:t>
            </a:r>
            <a:r>
              <a:rPr lang="ko-KR" altLang="en-US" sz="1600" dirty="0" smtClean="0"/>
              <a:t>허용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 smtClean="0"/>
              <a:t>                               </a:t>
            </a:r>
            <a:r>
              <a:rPr lang="ko-KR" altLang="en-US" sz="1600" dirty="0" smtClean="0"/>
              <a:t>를 얻을 때 사용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 -</a:t>
            </a:r>
            <a:r>
              <a:rPr lang="en-US" altLang="ko-KR" sz="1600" dirty="0" err="1" smtClean="0"/>
              <a:t>java.sql.</a:t>
            </a:r>
            <a:r>
              <a:rPr lang="en-US" altLang="ko-KR" sz="1600" b="1" dirty="0" err="1" smtClean="0"/>
              <a:t>Types</a:t>
            </a:r>
            <a:r>
              <a:rPr lang="en-US" altLang="ko-KR" sz="1600" dirty="0" smtClean="0"/>
              <a:t> : Procedure</a:t>
            </a:r>
            <a:r>
              <a:rPr lang="ko-KR" altLang="en-US" sz="1600" dirty="0" smtClean="0"/>
              <a:t>에서 </a:t>
            </a:r>
            <a:r>
              <a:rPr lang="en-US" altLang="ko-KR" sz="1600" dirty="0" smtClean="0"/>
              <a:t>out parameter </a:t>
            </a:r>
            <a:r>
              <a:rPr lang="ko-KR" altLang="en-US" sz="1600" dirty="0" smtClean="0"/>
              <a:t>에 저장된 값을  자바에서 임시로 저장하기위한</a:t>
            </a:r>
            <a:endParaRPr lang="en-US" altLang="ko-KR" sz="1600" dirty="0" smtClean="0"/>
          </a:p>
          <a:p>
            <a:r>
              <a:rPr lang="en-US" altLang="ko-KR" sz="1600" dirty="0" smtClean="0"/>
              <a:t>                        </a:t>
            </a:r>
            <a:r>
              <a:rPr lang="ko-KR" altLang="en-US" sz="1600" dirty="0" smtClean="0"/>
              <a:t>데이터 형 을 제공하는 객체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 -</a:t>
            </a:r>
            <a:r>
              <a:rPr lang="en-US" altLang="ko-KR" sz="1600" dirty="0" err="1" smtClean="0"/>
              <a:t>java.sql.</a:t>
            </a:r>
            <a:r>
              <a:rPr lang="en-US" altLang="ko-KR" sz="1600" b="1" dirty="0" err="1" smtClean="0"/>
              <a:t>Clob</a:t>
            </a:r>
            <a:r>
              <a:rPr lang="en-US" altLang="ko-KR" sz="1600" dirty="0" smtClean="0"/>
              <a:t> : </a:t>
            </a:r>
            <a:r>
              <a:rPr lang="ko-KR" altLang="en-US" sz="1600" dirty="0" smtClean="0"/>
              <a:t>자바에서 </a:t>
            </a:r>
            <a:r>
              <a:rPr lang="en-US" altLang="ko-KR" sz="1600" dirty="0" err="1" smtClean="0"/>
              <a:t>Clob</a:t>
            </a:r>
            <a:r>
              <a:rPr lang="en-US" altLang="ko-KR" sz="1600" dirty="0" smtClean="0"/>
              <a:t> </a:t>
            </a:r>
            <a:r>
              <a:rPr lang="ko-KR" altLang="en-US" sz="1600" dirty="0" err="1" smtClean="0"/>
              <a:t>데이터형을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처리하기위한</a:t>
            </a:r>
            <a:r>
              <a:rPr lang="ko-KR" altLang="en-US" sz="1600" dirty="0" smtClean="0"/>
              <a:t> 객체</a:t>
            </a:r>
            <a:endParaRPr lang="en-US" altLang="ko-KR" sz="1600" dirty="0" smtClean="0"/>
          </a:p>
          <a:p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*JDBC</a:t>
            </a:r>
            <a:r>
              <a:rPr lang="ko-KR" altLang="en-US" sz="1600" dirty="0" smtClean="0"/>
              <a:t>코딩순서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 1. </a:t>
            </a:r>
            <a:r>
              <a:rPr lang="ko-KR" altLang="en-US" sz="1600" dirty="0" smtClean="0"/>
              <a:t>드라이버 로딩  </a:t>
            </a:r>
            <a:r>
              <a:rPr lang="en-US" altLang="ko-KR" sz="1600" dirty="0" smtClean="0"/>
              <a:t>( Class )</a:t>
            </a:r>
          </a:p>
          <a:p>
            <a:r>
              <a:rPr lang="en-US" altLang="ko-KR" sz="1600" dirty="0" smtClean="0"/>
              <a:t>  2. </a:t>
            </a:r>
            <a:r>
              <a:rPr lang="ko-KR" altLang="en-US" sz="1600" dirty="0" smtClean="0"/>
              <a:t>로딩된 드라이버를 사용하여 </a:t>
            </a:r>
            <a:r>
              <a:rPr lang="en-US" altLang="ko-KR" sz="1600" dirty="0" smtClean="0"/>
              <a:t>DB </a:t>
            </a:r>
            <a:r>
              <a:rPr lang="ko-KR" altLang="en-US" sz="1600" dirty="0" smtClean="0"/>
              <a:t>연결 얻기 </a:t>
            </a:r>
            <a:r>
              <a:rPr lang="en-US" altLang="ko-KR" sz="1600" dirty="0" smtClean="0"/>
              <a:t>( </a:t>
            </a:r>
            <a:r>
              <a:rPr lang="en-US" altLang="ko-KR" sz="1600" dirty="0" err="1" smtClean="0"/>
              <a:t>DriverManager</a:t>
            </a:r>
            <a:r>
              <a:rPr lang="en-US" altLang="ko-KR" sz="1600" dirty="0" smtClean="0"/>
              <a:t>, Connection)</a:t>
            </a:r>
          </a:p>
          <a:p>
            <a:r>
              <a:rPr lang="en-US" altLang="ko-KR" sz="1600" dirty="0" smtClean="0"/>
              <a:t>  3. </a:t>
            </a:r>
            <a:r>
              <a:rPr lang="ko-KR" altLang="en-US" sz="1600" dirty="0" err="1" smtClean="0"/>
              <a:t>쿼리문</a:t>
            </a:r>
            <a:r>
              <a:rPr lang="ko-KR" altLang="en-US" sz="1600" dirty="0" smtClean="0"/>
              <a:t> 생성객체 얻기</a:t>
            </a:r>
            <a:r>
              <a:rPr lang="en-US" altLang="ko-KR" sz="1600" dirty="0" smtClean="0"/>
              <a:t>.( Statement, </a:t>
            </a:r>
            <a:r>
              <a:rPr lang="en-US" altLang="ko-KR" sz="1600" dirty="0" err="1" smtClean="0"/>
              <a:t>PreparedStatement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CallableStatement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 smtClean="0"/>
              <a:t>  4. </a:t>
            </a:r>
            <a:r>
              <a:rPr lang="ko-KR" altLang="en-US" sz="1600" dirty="0" err="1" smtClean="0"/>
              <a:t>쿼리문</a:t>
            </a:r>
            <a:r>
              <a:rPr lang="ko-KR" altLang="en-US" sz="1600" dirty="0" smtClean="0"/>
              <a:t> 수행 후 결과 얻기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 5. </a:t>
            </a:r>
            <a:r>
              <a:rPr lang="ko-KR" altLang="en-US" sz="1600" dirty="0" smtClean="0"/>
              <a:t>연결 끊기</a:t>
            </a:r>
            <a:endParaRPr lang="en-US" altLang="ko-KR" sz="1600" dirty="0" smtClean="0"/>
          </a:p>
          <a:p>
            <a:r>
              <a:rPr lang="en-US" altLang="ko-KR" sz="1600" dirty="0" smtClean="0"/>
              <a:t> </a:t>
            </a:r>
            <a:endParaRPr lang="ko-KR" alt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6116" y="500042"/>
            <a:ext cx="85725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화살표 연결선 5"/>
          <p:cNvCxnSpPr/>
          <p:nvPr/>
        </p:nvCxnSpPr>
        <p:spPr>
          <a:xfrm rot="10800000" flipV="1">
            <a:off x="3143240" y="714356"/>
            <a:ext cx="428628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86380" y="500042"/>
            <a:ext cx="1047750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직선 화살표 연결선 8"/>
          <p:cNvCxnSpPr/>
          <p:nvPr/>
        </p:nvCxnSpPr>
        <p:spPr>
          <a:xfrm rot="10800000" flipV="1">
            <a:off x="4857752" y="642918"/>
            <a:ext cx="357190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20" y="357190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*DBMS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JVM</a:t>
            </a:r>
            <a:r>
              <a:rPr lang="ko-KR" altLang="en-US" dirty="0" smtClean="0"/>
              <a:t>연결</a:t>
            </a:r>
            <a:endParaRPr lang="en-US" altLang="ko-KR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571472" y="1071570"/>
            <a:ext cx="3643338" cy="22145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5715008" y="1071570"/>
            <a:ext cx="2928958" cy="22145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643570" y="763793"/>
            <a:ext cx="679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DBMS</a:t>
            </a:r>
            <a:endParaRPr lang="ko-KR" alt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500034" y="785818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JVM</a:t>
            </a:r>
            <a:endParaRPr lang="ko-KR" altLang="en-US" sz="1400" dirty="0"/>
          </a:p>
        </p:txBody>
      </p:sp>
      <p:sp>
        <p:nvSpPr>
          <p:cNvPr id="7" name="원통 6"/>
          <p:cNvSpPr/>
          <p:nvPr/>
        </p:nvSpPr>
        <p:spPr>
          <a:xfrm>
            <a:off x="5929322" y="1714512"/>
            <a:ext cx="1214446" cy="85725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원통 7"/>
          <p:cNvSpPr/>
          <p:nvPr/>
        </p:nvSpPr>
        <p:spPr>
          <a:xfrm>
            <a:off x="7643834" y="1714512"/>
            <a:ext cx="1000132" cy="85725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72198" y="1428760"/>
            <a:ext cx="1280212" cy="566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86578" y="1214446"/>
            <a:ext cx="857256" cy="488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00760" y="4143404"/>
            <a:ext cx="2214578" cy="1005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6000760" y="3857652"/>
            <a:ext cx="8386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DB Client</a:t>
            </a:r>
            <a:endParaRPr lang="ko-KR" altLang="en-US" sz="1200" dirty="0"/>
          </a:p>
        </p:txBody>
      </p:sp>
      <p:sp>
        <p:nvSpPr>
          <p:cNvPr id="13" name="직사각형 12"/>
          <p:cNvSpPr/>
          <p:nvPr/>
        </p:nvSpPr>
        <p:spPr>
          <a:xfrm>
            <a:off x="5643570" y="2500330"/>
            <a:ext cx="142876" cy="642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417643" y="2238720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1521</a:t>
            </a:r>
            <a:endParaRPr lang="ko-KR" altLang="en-US" sz="1100" b="1" dirty="0"/>
          </a:p>
        </p:txBody>
      </p:sp>
      <p:sp>
        <p:nvSpPr>
          <p:cNvPr id="15" name="자유형 14"/>
          <p:cNvSpPr/>
          <p:nvPr/>
        </p:nvSpPr>
        <p:spPr>
          <a:xfrm>
            <a:off x="5356860" y="2853712"/>
            <a:ext cx="838200" cy="2057400"/>
          </a:xfrm>
          <a:custGeom>
            <a:avLst/>
            <a:gdLst>
              <a:gd name="connsiteX0" fmla="*/ 838200 w 838200"/>
              <a:gd name="connsiteY0" fmla="*/ 1371600 h 2057400"/>
              <a:gd name="connsiteX1" fmla="*/ 716280 w 838200"/>
              <a:gd name="connsiteY1" fmla="*/ 1356360 h 2057400"/>
              <a:gd name="connsiteX2" fmla="*/ 670560 w 838200"/>
              <a:gd name="connsiteY2" fmla="*/ 1341120 h 2057400"/>
              <a:gd name="connsiteX3" fmla="*/ 579120 w 838200"/>
              <a:gd name="connsiteY3" fmla="*/ 1303020 h 2057400"/>
              <a:gd name="connsiteX4" fmla="*/ 548640 w 838200"/>
              <a:gd name="connsiteY4" fmla="*/ 1287780 h 2057400"/>
              <a:gd name="connsiteX5" fmla="*/ 525780 w 838200"/>
              <a:gd name="connsiteY5" fmla="*/ 1280160 h 2057400"/>
              <a:gd name="connsiteX6" fmla="*/ 502920 w 838200"/>
              <a:gd name="connsiteY6" fmla="*/ 1264920 h 2057400"/>
              <a:gd name="connsiteX7" fmla="*/ 487680 w 838200"/>
              <a:gd name="connsiteY7" fmla="*/ 1242060 h 2057400"/>
              <a:gd name="connsiteX8" fmla="*/ 457200 w 838200"/>
              <a:gd name="connsiteY8" fmla="*/ 1234440 h 2057400"/>
              <a:gd name="connsiteX9" fmla="*/ 426720 w 838200"/>
              <a:gd name="connsiteY9" fmla="*/ 1211580 h 2057400"/>
              <a:gd name="connsiteX10" fmla="*/ 350520 w 838200"/>
              <a:gd name="connsiteY10" fmla="*/ 1150620 h 2057400"/>
              <a:gd name="connsiteX11" fmla="*/ 327660 w 838200"/>
              <a:gd name="connsiteY11" fmla="*/ 1127760 h 2057400"/>
              <a:gd name="connsiteX12" fmla="*/ 259080 w 838200"/>
              <a:gd name="connsiteY12" fmla="*/ 1036320 h 2057400"/>
              <a:gd name="connsiteX13" fmla="*/ 236220 w 838200"/>
              <a:gd name="connsiteY13" fmla="*/ 1021080 h 2057400"/>
              <a:gd name="connsiteX14" fmla="*/ 198120 w 838200"/>
              <a:gd name="connsiteY14" fmla="*/ 967740 h 2057400"/>
              <a:gd name="connsiteX15" fmla="*/ 152400 w 838200"/>
              <a:gd name="connsiteY15" fmla="*/ 922020 h 2057400"/>
              <a:gd name="connsiteX16" fmla="*/ 106680 w 838200"/>
              <a:gd name="connsiteY16" fmla="*/ 861060 h 2057400"/>
              <a:gd name="connsiteX17" fmla="*/ 76200 w 838200"/>
              <a:gd name="connsiteY17" fmla="*/ 815340 h 2057400"/>
              <a:gd name="connsiteX18" fmla="*/ 60960 w 838200"/>
              <a:gd name="connsiteY18" fmla="*/ 792480 h 2057400"/>
              <a:gd name="connsiteX19" fmla="*/ 45720 w 838200"/>
              <a:gd name="connsiteY19" fmla="*/ 769620 h 2057400"/>
              <a:gd name="connsiteX20" fmla="*/ 30480 w 838200"/>
              <a:gd name="connsiteY20" fmla="*/ 746760 h 2057400"/>
              <a:gd name="connsiteX21" fmla="*/ 7620 w 838200"/>
              <a:gd name="connsiteY21" fmla="*/ 678180 h 2057400"/>
              <a:gd name="connsiteX22" fmla="*/ 0 w 838200"/>
              <a:gd name="connsiteY22" fmla="*/ 655320 h 2057400"/>
              <a:gd name="connsiteX23" fmla="*/ 7620 w 838200"/>
              <a:gd name="connsiteY23" fmla="*/ 472440 h 2057400"/>
              <a:gd name="connsiteX24" fmla="*/ 15240 w 838200"/>
              <a:gd name="connsiteY24" fmla="*/ 441960 h 2057400"/>
              <a:gd name="connsiteX25" fmla="*/ 30480 w 838200"/>
              <a:gd name="connsiteY25" fmla="*/ 419100 h 2057400"/>
              <a:gd name="connsiteX26" fmla="*/ 53340 w 838200"/>
              <a:gd name="connsiteY26" fmla="*/ 365760 h 2057400"/>
              <a:gd name="connsiteX27" fmla="*/ 60960 w 838200"/>
              <a:gd name="connsiteY27" fmla="*/ 342900 h 2057400"/>
              <a:gd name="connsiteX28" fmla="*/ 76200 w 838200"/>
              <a:gd name="connsiteY28" fmla="*/ 320040 h 2057400"/>
              <a:gd name="connsiteX29" fmla="*/ 91440 w 838200"/>
              <a:gd name="connsiteY29" fmla="*/ 274320 h 2057400"/>
              <a:gd name="connsiteX30" fmla="*/ 114300 w 838200"/>
              <a:gd name="connsiteY30" fmla="*/ 220980 h 2057400"/>
              <a:gd name="connsiteX31" fmla="*/ 144780 w 838200"/>
              <a:gd name="connsiteY31" fmla="*/ 167640 h 2057400"/>
              <a:gd name="connsiteX32" fmla="*/ 160020 w 838200"/>
              <a:gd name="connsiteY32" fmla="*/ 137160 h 2057400"/>
              <a:gd name="connsiteX33" fmla="*/ 182880 w 838200"/>
              <a:gd name="connsiteY33" fmla="*/ 114300 h 2057400"/>
              <a:gd name="connsiteX34" fmla="*/ 198120 w 838200"/>
              <a:gd name="connsiteY34" fmla="*/ 91440 h 2057400"/>
              <a:gd name="connsiteX35" fmla="*/ 266700 w 838200"/>
              <a:gd name="connsiteY35" fmla="*/ 53340 h 2057400"/>
              <a:gd name="connsiteX36" fmla="*/ 304800 w 838200"/>
              <a:gd name="connsiteY36" fmla="*/ 30480 h 2057400"/>
              <a:gd name="connsiteX37" fmla="*/ 365760 w 838200"/>
              <a:gd name="connsiteY37" fmla="*/ 0 h 2057400"/>
              <a:gd name="connsiteX38" fmla="*/ 373380 w 838200"/>
              <a:gd name="connsiteY38" fmla="*/ 30480 h 2057400"/>
              <a:gd name="connsiteX39" fmla="*/ 342900 w 838200"/>
              <a:gd name="connsiteY39" fmla="*/ 91440 h 2057400"/>
              <a:gd name="connsiteX40" fmla="*/ 335280 w 838200"/>
              <a:gd name="connsiteY40" fmla="*/ 114300 h 2057400"/>
              <a:gd name="connsiteX41" fmla="*/ 320040 w 838200"/>
              <a:gd name="connsiteY41" fmla="*/ 144780 h 2057400"/>
              <a:gd name="connsiteX42" fmla="*/ 312420 w 838200"/>
              <a:gd name="connsiteY42" fmla="*/ 175260 h 2057400"/>
              <a:gd name="connsiteX43" fmla="*/ 289560 w 838200"/>
              <a:gd name="connsiteY43" fmla="*/ 205740 h 2057400"/>
              <a:gd name="connsiteX44" fmla="*/ 274320 w 838200"/>
              <a:gd name="connsiteY44" fmla="*/ 228600 h 2057400"/>
              <a:gd name="connsiteX45" fmla="*/ 236220 w 838200"/>
              <a:gd name="connsiteY45" fmla="*/ 289560 h 2057400"/>
              <a:gd name="connsiteX46" fmla="*/ 205740 w 838200"/>
              <a:gd name="connsiteY46" fmla="*/ 342900 h 2057400"/>
              <a:gd name="connsiteX47" fmla="*/ 190500 w 838200"/>
              <a:gd name="connsiteY47" fmla="*/ 373380 h 2057400"/>
              <a:gd name="connsiteX48" fmla="*/ 160020 w 838200"/>
              <a:gd name="connsiteY48" fmla="*/ 419100 h 2057400"/>
              <a:gd name="connsiteX49" fmla="*/ 152400 w 838200"/>
              <a:gd name="connsiteY49" fmla="*/ 441960 h 2057400"/>
              <a:gd name="connsiteX50" fmla="*/ 137160 w 838200"/>
              <a:gd name="connsiteY50" fmla="*/ 464820 h 2057400"/>
              <a:gd name="connsiteX51" fmla="*/ 121920 w 838200"/>
              <a:gd name="connsiteY51" fmla="*/ 533400 h 2057400"/>
              <a:gd name="connsiteX52" fmla="*/ 106680 w 838200"/>
              <a:gd name="connsiteY52" fmla="*/ 586740 h 2057400"/>
              <a:gd name="connsiteX53" fmla="*/ 91440 w 838200"/>
              <a:gd name="connsiteY53" fmla="*/ 640080 h 2057400"/>
              <a:gd name="connsiteX54" fmla="*/ 76200 w 838200"/>
              <a:gd name="connsiteY54" fmla="*/ 670560 h 2057400"/>
              <a:gd name="connsiteX55" fmla="*/ 68580 w 838200"/>
              <a:gd name="connsiteY55" fmla="*/ 754380 h 2057400"/>
              <a:gd name="connsiteX56" fmla="*/ 60960 w 838200"/>
              <a:gd name="connsiteY56" fmla="*/ 800100 h 2057400"/>
              <a:gd name="connsiteX57" fmla="*/ 68580 w 838200"/>
              <a:gd name="connsiteY57" fmla="*/ 1181100 h 2057400"/>
              <a:gd name="connsiteX58" fmla="*/ 83820 w 838200"/>
              <a:gd name="connsiteY58" fmla="*/ 1203960 h 2057400"/>
              <a:gd name="connsiteX59" fmla="*/ 99060 w 838200"/>
              <a:gd name="connsiteY59" fmla="*/ 1287780 h 2057400"/>
              <a:gd name="connsiteX60" fmla="*/ 114300 w 838200"/>
              <a:gd name="connsiteY60" fmla="*/ 1325880 h 2057400"/>
              <a:gd name="connsiteX61" fmla="*/ 121920 w 838200"/>
              <a:gd name="connsiteY61" fmla="*/ 1356360 h 2057400"/>
              <a:gd name="connsiteX62" fmla="*/ 137160 w 838200"/>
              <a:gd name="connsiteY62" fmla="*/ 1394460 h 2057400"/>
              <a:gd name="connsiteX63" fmla="*/ 144780 w 838200"/>
              <a:gd name="connsiteY63" fmla="*/ 1417320 h 2057400"/>
              <a:gd name="connsiteX64" fmla="*/ 167640 w 838200"/>
              <a:gd name="connsiteY64" fmla="*/ 1463040 h 2057400"/>
              <a:gd name="connsiteX65" fmla="*/ 182880 w 838200"/>
              <a:gd name="connsiteY65" fmla="*/ 1501140 h 2057400"/>
              <a:gd name="connsiteX66" fmla="*/ 190500 w 838200"/>
              <a:gd name="connsiteY66" fmla="*/ 1524000 h 2057400"/>
              <a:gd name="connsiteX67" fmla="*/ 205740 w 838200"/>
              <a:gd name="connsiteY67" fmla="*/ 1546860 h 2057400"/>
              <a:gd name="connsiteX68" fmla="*/ 236220 w 838200"/>
              <a:gd name="connsiteY68" fmla="*/ 1600200 h 2057400"/>
              <a:gd name="connsiteX69" fmla="*/ 266700 w 838200"/>
              <a:gd name="connsiteY69" fmla="*/ 1653540 h 2057400"/>
              <a:gd name="connsiteX70" fmla="*/ 350520 w 838200"/>
              <a:gd name="connsiteY70" fmla="*/ 1767840 h 2057400"/>
              <a:gd name="connsiteX71" fmla="*/ 381000 w 838200"/>
              <a:gd name="connsiteY71" fmla="*/ 1805940 h 2057400"/>
              <a:gd name="connsiteX72" fmla="*/ 411480 w 838200"/>
              <a:gd name="connsiteY72" fmla="*/ 1828800 h 2057400"/>
              <a:gd name="connsiteX73" fmla="*/ 426720 w 838200"/>
              <a:gd name="connsiteY73" fmla="*/ 1851660 h 2057400"/>
              <a:gd name="connsiteX74" fmla="*/ 457200 w 838200"/>
              <a:gd name="connsiteY74" fmla="*/ 1874520 h 2057400"/>
              <a:gd name="connsiteX75" fmla="*/ 472440 w 838200"/>
              <a:gd name="connsiteY75" fmla="*/ 1897380 h 2057400"/>
              <a:gd name="connsiteX76" fmla="*/ 510540 w 838200"/>
              <a:gd name="connsiteY76" fmla="*/ 1927860 h 2057400"/>
              <a:gd name="connsiteX77" fmla="*/ 533400 w 838200"/>
              <a:gd name="connsiteY77" fmla="*/ 1950720 h 2057400"/>
              <a:gd name="connsiteX78" fmla="*/ 579120 w 838200"/>
              <a:gd name="connsiteY78" fmla="*/ 1981200 h 2057400"/>
              <a:gd name="connsiteX79" fmla="*/ 624840 w 838200"/>
              <a:gd name="connsiteY79" fmla="*/ 2011680 h 2057400"/>
              <a:gd name="connsiteX80" fmla="*/ 647700 w 838200"/>
              <a:gd name="connsiteY80" fmla="*/ 2026920 h 2057400"/>
              <a:gd name="connsiteX81" fmla="*/ 670560 w 838200"/>
              <a:gd name="connsiteY81" fmla="*/ 2042160 h 2057400"/>
              <a:gd name="connsiteX82" fmla="*/ 670560 w 838200"/>
              <a:gd name="connsiteY82" fmla="*/ 2057400 h 205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838200" h="2057400">
                <a:moveTo>
                  <a:pt x="838200" y="1371600"/>
                </a:moveTo>
                <a:cubicBezTo>
                  <a:pt x="797560" y="1366520"/>
                  <a:pt x="756576" y="1363686"/>
                  <a:pt x="716280" y="1356360"/>
                </a:cubicBezTo>
                <a:cubicBezTo>
                  <a:pt x="700475" y="1353486"/>
                  <a:pt x="686145" y="1345016"/>
                  <a:pt x="670560" y="1341120"/>
                </a:cubicBezTo>
                <a:cubicBezTo>
                  <a:pt x="618040" y="1327990"/>
                  <a:pt x="649447" y="1338184"/>
                  <a:pt x="579120" y="1303020"/>
                </a:cubicBezTo>
                <a:cubicBezTo>
                  <a:pt x="568960" y="1297940"/>
                  <a:pt x="559416" y="1291372"/>
                  <a:pt x="548640" y="1287780"/>
                </a:cubicBezTo>
                <a:cubicBezTo>
                  <a:pt x="541020" y="1285240"/>
                  <a:pt x="532964" y="1283752"/>
                  <a:pt x="525780" y="1280160"/>
                </a:cubicBezTo>
                <a:cubicBezTo>
                  <a:pt x="517589" y="1276064"/>
                  <a:pt x="510540" y="1270000"/>
                  <a:pt x="502920" y="1264920"/>
                </a:cubicBezTo>
                <a:cubicBezTo>
                  <a:pt x="497840" y="1257300"/>
                  <a:pt x="495300" y="1247140"/>
                  <a:pt x="487680" y="1242060"/>
                </a:cubicBezTo>
                <a:cubicBezTo>
                  <a:pt x="478966" y="1236251"/>
                  <a:pt x="466567" y="1239124"/>
                  <a:pt x="457200" y="1234440"/>
                </a:cubicBezTo>
                <a:cubicBezTo>
                  <a:pt x="445841" y="1228760"/>
                  <a:pt x="436117" y="1220123"/>
                  <a:pt x="426720" y="1211580"/>
                </a:cubicBezTo>
                <a:cubicBezTo>
                  <a:pt x="358382" y="1149454"/>
                  <a:pt x="400211" y="1167184"/>
                  <a:pt x="350520" y="1150620"/>
                </a:cubicBezTo>
                <a:cubicBezTo>
                  <a:pt x="342900" y="1143000"/>
                  <a:pt x="334392" y="1136175"/>
                  <a:pt x="327660" y="1127760"/>
                </a:cubicBezTo>
                <a:cubicBezTo>
                  <a:pt x="310861" y="1106761"/>
                  <a:pt x="280318" y="1057558"/>
                  <a:pt x="259080" y="1036320"/>
                </a:cubicBezTo>
                <a:cubicBezTo>
                  <a:pt x="252604" y="1029844"/>
                  <a:pt x="243840" y="1026160"/>
                  <a:pt x="236220" y="1021080"/>
                </a:cubicBezTo>
                <a:cubicBezTo>
                  <a:pt x="208020" y="964680"/>
                  <a:pt x="236735" y="1014078"/>
                  <a:pt x="198120" y="967740"/>
                </a:cubicBezTo>
                <a:cubicBezTo>
                  <a:pt x="160979" y="923171"/>
                  <a:pt x="210809" y="965827"/>
                  <a:pt x="152400" y="922020"/>
                </a:cubicBezTo>
                <a:cubicBezTo>
                  <a:pt x="89637" y="817415"/>
                  <a:pt x="165012" y="936059"/>
                  <a:pt x="106680" y="861060"/>
                </a:cubicBezTo>
                <a:cubicBezTo>
                  <a:pt x="95435" y="846602"/>
                  <a:pt x="86360" y="830580"/>
                  <a:pt x="76200" y="815340"/>
                </a:cubicBezTo>
                <a:lnTo>
                  <a:pt x="60960" y="792480"/>
                </a:lnTo>
                <a:lnTo>
                  <a:pt x="45720" y="769620"/>
                </a:lnTo>
                <a:cubicBezTo>
                  <a:pt x="40640" y="762000"/>
                  <a:pt x="33376" y="755448"/>
                  <a:pt x="30480" y="746760"/>
                </a:cubicBezTo>
                <a:lnTo>
                  <a:pt x="7620" y="678180"/>
                </a:lnTo>
                <a:lnTo>
                  <a:pt x="0" y="655320"/>
                </a:lnTo>
                <a:cubicBezTo>
                  <a:pt x="2540" y="594360"/>
                  <a:pt x="3273" y="533298"/>
                  <a:pt x="7620" y="472440"/>
                </a:cubicBezTo>
                <a:cubicBezTo>
                  <a:pt x="8366" y="461994"/>
                  <a:pt x="11115" y="451586"/>
                  <a:pt x="15240" y="441960"/>
                </a:cubicBezTo>
                <a:cubicBezTo>
                  <a:pt x="18848" y="433542"/>
                  <a:pt x="25400" y="426720"/>
                  <a:pt x="30480" y="419100"/>
                </a:cubicBezTo>
                <a:cubicBezTo>
                  <a:pt x="46339" y="355665"/>
                  <a:pt x="27028" y="418383"/>
                  <a:pt x="53340" y="365760"/>
                </a:cubicBezTo>
                <a:cubicBezTo>
                  <a:pt x="56932" y="358576"/>
                  <a:pt x="57368" y="350084"/>
                  <a:pt x="60960" y="342900"/>
                </a:cubicBezTo>
                <a:cubicBezTo>
                  <a:pt x="65056" y="334709"/>
                  <a:pt x="72481" y="328409"/>
                  <a:pt x="76200" y="320040"/>
                </a:cubicBezTo>
                <a:cubicBezTo>
                  <a:pt x="82724" y="305360"/>
                  <a:pt x="84256" y="288688"/>
                  <a:pt x="91440" y="274320"/>
                </a:cubicBezTo>
                <a:cubicBezTo>
                  <a:pt x="141985" y="173231"/>
                  <a:pt x="80664" y="299465"/>
                  <a:pt x="114300" y="220980"/>
                </a:cubicBezTo>
                <a:cubicBezTo>
                  <a:pt x="134037" y="174926"/>
                  <a:pt x="122915" y="205904"/>
                  <a:pt x="144780" y="167640"/>
                </a:cubicBezTo>
                <a:cubicBezTo>
                  <a:pt x="150416" y="157777"/>
                  <a:pt x="153418" y="146403"/>
                  <a:pt x="160020" y="137160"/>
                </a:cubicBezTo>
                <a:cubicBezTo>
                  <a:pt x="166284" y="128391"/>
                  <a:pt x="175981" y="122579"/>
                  <a:pt x="182880" y="114300"/>
                </a:cubicBezTo>
                <a:cubicBezTo>
                  <a:pt x="188743" y="107265"/>
                  <a:pt x="191644" y="97916"/>
                  <a:pt x="198120" y="91440"/>
                </a:cubicBezTo>
                <a:cubicBezTo>
                  <a:pt x="228096" y="61464"/>
                  <a:pt x="229137" y="72122"/>
                  <a:pt x="266700" y="53340"/>
                </a:cubicBezTo>
                <a:cubicBezTo>
                  <a:pt x="279947" y="46716"/>
                  <a:pt x="291760" y="37502"/>
                  <a:pt x="304800" y="30480"/>
                </a:cubicBezTo>
                <a:cubicBezTo>
                  <a:pt x="324803" y="19709"/>
                  <a:pt x="365760" y="0"/>
                  <a:pt x="365760" y="0"/>
                </a:cubicBezTo>
                <a:cubicBezTo>
                  <a:pt x="368300" y="10160"/>
                  <a:pt x="373380" y="20007"/>
                  <a:pt x="373380" y="30480"/>
                </a:cubicBezTo>
                <a:cubicBezTo>
                  <a:pt x="373380" y="47663"/>
                  <a:pt x="347206" y="82828"/>
                  <a:pt x="342900" y="91440"/>
                </a:cubicBezTo>
                <a:cubicBezTo>
                  <a:pt x="339308" y="98624"/>
                  <a:pt x="338444" y="106917"/>
                  <a:pt x="335280" y="114300"/>
                </a:cubicBezTo>
                <a:cubicBezTo>
                  <a:pt x="330805" y="124741"/>
                  <a:pt x="324028" y="134144"/>
                  <a:pt x="320040" y="144780"/>
                </a:cubicBezTo>
                <a:cubicBezTo>
                  <a:pt x="316363" y="154586"/>
                  <a:pt x="317104" y="165893"/>
                  <a:pt x="312420" y="175260"/>
                </a:cubicBezTo>
                <a:cubicBezTo>
                  <a:pt x="306740" y="186619"/>
                  <a:pt x="296942" y="195406"/>
                  <a:pt x="289560" y="205740"/>
                </a:cubicBezTo>
                <a:cubicBezTo>
                  <a:pt x="284237" y="213192"/>
                  <a:pt x="278864" y="220649"/>
                  <a:pt x="274320" y="228600"/>
                </a:cubicBezTo>
                <a:cubicBezTo>
                  <a:pt x="240849" y="287175"/>
                  <a:pt x="279929" y="231282"/>
                  <a:pt x="236220" y="289560"/>
                </a:cubicBezTo>
                <a:cubicBezTo>
                  <a:pt x="221249" y="334472"/>
                  <a:pt x="238692" y="290178"/>
                  <a:pt x="205740" y="342900"/>
                </a:cubicBezTo>
                <a:cubicBezTo>
                  <a:pt x="199720" y="352533"/>
                  <a:pt x="196344" y="363640"/>
                  <a:pt x="190500" y="373380"/>
                </a:cubicBezTo>
                <a:cubicBezTo>
                  <a:pt x="181076" y="389086"/>
                  <a:pt x="165812" y="401724"/>
                  <a:pt x="160020" y="419100"/>
                </a:cubicBezTo>
                <a:cubicBezTo>
                  <a:pt x="157480" y="426720"/>
                  <a:pt x="155992" y="434776"/>
                  <a:pt x="152400" y="441960"/>
                </a:cubicBezTo>
                <a:cubicBezTo>
                  <a:pt x="148304" y="450151"/>
                  <a:pt x="141256" y="456629"/>
                  <a:pt x="137160" y="464820"/>
                </a:cubicBezTo>
                <a:cubicBezTo>
                  <a:pt x="127273" y="484593"/>
                  <a:pt x="125822" y="513889"/>
                  <a:pt x="121920" y="533400"/>
                </a:cubicBezTo>
                <a:cubicBezTo>
                  <a:pt x="113980" y="573102"/>
                  <a:pt x="116363" y="552848"/>
                  <a:pt x="106680" y="586740"/>
                </a:cubicBezTo>
                <a:cubicBezTo>
                  <a:pt x="101156" y="606074"/>
                  <a:pt x="99270" y="621810"/>
                  <a:pt x="91440" y="640080"/>
                </a:cubicBezTo>
                <a:cubicBezTo>
                  <a:pt x="86965" y="650521"/>
                  <a:pt x="81280" y="660400"/>
                  <a:pt x="76200" y="670560"/>
                </a:cubicBezTo>
                <a:cubicBezTo>
                  <a:pt x="73660" y="698500"/>
                  <a:pt x="71858" y="726517"/>
                  <a:pt x="68580" y="754380"/>
                </a:cubicBezTo>
                <a:cubicBezTo>
                  <a:pt x="66775" y="769724"/>
                  <a:pt x="60960" y="784650"/>
                  <a:pt x="60960" y="800100"/>
                </a:cubicBezTo>
                <a:cubicBezTo>
                  <a:pt x="60960" y="927125"/>
                  <a:pt x="61401" y="1054278"/>
                  <a:pt x="68580" y="1181100"/>
                </a:cubicBezTo>
                <a:cubicBezTo>
                  <a:pt x="69098" y="1190243"/>
                  <a:pt x="78740" y="1196340"/>
                  <a:pt x="83820" y="1203960"/>
                </a:cubicBezTo>
                <a:cubicBezTo>
                  <a:pt x="85629" y="1214813"/>
                  <a:pt x="95066" y="1274467"/>
                  <a:pt x="99060" y="1287780"/>
                </a:cubicBezTo>
                <a:cubicBezTo>
                  <a:pt x="102990" y="1300881"/>
                  <a:pt x="109975" y="1312904"/>
                  <a:pt x="114300" y="1325880"/>
                </a:cubicBezTo>
                <a:cubicBezTo>
                  <a:pt x="117612" y="1335815"/>
                  <a:pt x="118608" y="1346425"/>
                  <a:pt x="121920" y="1356360"/>
                </a:cubicBezTo>
                <a:cubicBezTo>
                  <a:pt x="126245" y="1369336"/>
                  <a:pt x="132357" y="1381653"/>
                  <a:pt x="137160" y="1394460"/>
                </a:cubicBezTo>
                <a:cubicBezTo>
                  <a:pt x="139980" y="1401981"/>
                  <a:pt x="141518" y="1409980"/>
                  <a:pt x="144780" y="1417320"/>
                </a:cubicBezTo>
                <a:cubicBezTo>
                  <a:pt x="151700" y="1432890"/>
                  <a:pt x="160589" y="1447528"/>
                  <a:pt x="167640" y="1463040"/>
                </a:cubicBezTo>
                <a:cubicBezTo>
                  <a:pt x="173300" y="1475492"/>
                  <a:pt x="178077" y="1488333"/>
                  <a:pt x="182880" y="1501140"/>
                </a:cubicBezTo>
                <a:cubicBezTo>
                  <a:pt x="185700" y="1508661"/>
                  <a:pt x="186908" y="1516816"/>
                  <a:pt x="190500" y="1524000"/>
                </a:cubicBezTo>
                <a:cubicBezTo>
                  <a:pt x="194596" y="1532191"/>
                  <a:pt x="201644" y="1538669"/>
                  <a:pt x="205740" y="1546860"/>
                </a:cubicBezTo>
                <a:cubicBezTo>
                  <a:pt x="234830" y="1605040"/>
                  <a:pt x="180943" y="1526498"/>
                  <a:pt x="236220" y="1600200"/>
                </a:cubicBezTo>
                <a:cubicBezTo>
                  <a:pt x="248917" y="1638291"/>
                  <a:pt x="237343" y="1611602"/>
                  <a:pt x="266700" y="1653540"/>
                </a:cubicBezTo>
                <a:cubicBezTo>
                  <a:pt x="331173" y="1745645"/>
                  <a:pt x="257587" y="1649561"/>
                  <a:pt x="350520" y="1767840"/>
                </a:cubicBezTo>
                <a:cubicBezTo>
                  <a:pt x="360568" y="1780629"/>
                  <a:pt x="367989" y="1796182"/>
                  <a:pt x="381000" y="1805940"/>
                </a:cubicBezTo>
                <a:cubicBezTo>
                  <a:pt x="391160" y="1813560"/>
                  <a:pt x="402500" y="1819820"/>
                  <a:pt x="411480" y="1828800"/>
                </a:cubicBezTo>
                <a:cubicBezTo>
                  <a:pt x="417956" y="1835276"/>
                  <a:pt x="420244" y="1845184"/>
                  <a:pt x="426720" y="1851660"/>
                </a:cubicBezTo>
                <a:cubicBezTo>
                  <a:pt x="435700" y="1860640"/>
                  <a:pt x="448220" y="1865540"/>
                  <a:pt x="457200" y="1874520"/>
                </a:cubicBezTo>
                <a:cubicBezTo>
                  <a:pt x="463676" y="1880996"/>
                  <a:pt x="465964" y="1890904"/>
                  <a:pt x="472440" y="1897380"/>
                </a:cubicBezTo>
                <a:cubicBezTo>
                  <a:pt x="483940" y="1908880"/>
                  <a:pt x="498300" y="1917150"/>
                  <a:pt x="510540" y="1927860"/>
                </a:cubicBezTo>
                <a:cubicBezTo>
                  <a:pt x="518650" y="1934956"/>
                  <a:pt x="524894" y="1944104"/>
                  <a:pt x="533400" y="1950720"/>
                </a:cubicBezTo>
                <a:cubicBezTo>
                  <a:pt x="547858" y="1961965"/>
                  <a:pt x="563880" y="1971040"/>
                  <a:pt x="579120" y="1981200"/>
                </a:cubicBezTo>
                <a:lnTo>
                  <a:pt x="624840" y="2011680"/>
                </a:lnTo>
                <a:lnTo>
                  <a:pt x="647700" y="2026920"/>
                </a:lnTo>
                <a:cubicBezTo>
                  <a:pt x="655320" y="2032000"/>
                  <a:pt x="670560" y="2033002"/>
                  <a:pt x="670560" y="2042160"/>
                </a:cubicBezTo>
                <a:lnTo>
                  <a:pt x="670560" y="2057400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15008" y="5152474"/>
            <a:ext cx="2428892" cy="1419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자유형 16"/>
          <p:cNvSpPr/>
          <p:nvPr/>
        </p:nvSpPr>
        <p:spPr>
          <a:xfrm>
            <a:off x="4976755" y="3022177"/>
            <a:ext cx="883025" cy="2934868"/>
          </a:xfrm>
          <a:custGeom>
            <a:avLst/>
            <a:gdLst>
              <a:gd name="connsiteX0" fmla="*/ 875405 w 883025"/>
              <a:gd name="connsiteY0" fmla="*/ 2529015 h 2934868"/>
              <a:gd name="connsiteX1" fmla="*/ 776345 w 883025"/>
              <a:gd name="connsiteY1" fmla="*/ 2475675 h 2934868"/>
              <a:gd name="connsiteX2" fmla="*/ 707765 w 883025"/>
              <a:gd name="connsiteY2" fmla="*/ 2429955 h 2934868"/>
              <a:gd name="connsiteX3" fmla="*/ 654425 w 883025"/>
              <a:gd name="connsiteY3" fmla="*/ 2391855 h 2934868"/>
              <a:gd name="connsiteX4" fmla="*/ 585845 w 883025"/>
              <a:gd name="connsiteY4" fmla="*/ 2323275 h 2934868"/>
              <a:gd name="connsiteX5" fmla="*/ 494405 w 883025"/>
              <a:gd name="connsiteY5" fmla="*/ 2247075 h 2934868"/>
              <a:gd name="connsiteX6" fmla="*/ 425825 w 883025"/>
              <a:gd name="connsiteY6" fmla="*/ 2186115 h 2934868"/>
              <a:gd name="connsiteX7" fmla="*/ 387725 w 883025"/>
              <a:gd name="connsiteY7" fmla="*/ 2125155 h 2934868"/>
              <a:gd name="connsiteX8" fmla="*/ 364865 w 883025"/>
              <a:gd name="connsiteY8" fmla="*/ 2102295 h 2934868"/>
              <a:gd name="connsiteX9" fmla="*/ 326765 w 883025"/>
              <a:gd name="connsiteY9" fmla="*/ 2026095 h 2934868"/>
              <a:gd name="connsiteX10" fmla="*/ 303905 w 883025"/>
              <a:gd name="connsiteY10" fmla="*/ 1987995 h 2934868"/>
              <a:gd name="connsiteX11" fmla="*/ 273425 w 883025"/>
              <a:gd name="connsiteY11" fmla="*/ 1942275 h 2934868"/>
              <a:gd name="connsiteX12" fmla="*/ 265805 w 883025"/>
              <a:gd name="connsiteY12" fmla="*/ 1911795 h 2934868"/>
              <a:gd name="connsiteX13" fmla="*/ 242945 w 883025"/>
              <a:gd name="connsiteY13" fmla="*/ 1881315 h 2934868"/>
              <a:gd name="connsiteX14" fmla="*/ 227705 w 883025"/>
              <a:gd name="connsiteY14" fmla="*/ 1858455 h 2934868"/>
              <a:gd name="connsiteX15" fmla="*/ 220085 w 883025"/>
              <a:gd name="connsiteY15" fmla="*/ 1820355 h 2934868"/>
              <a:gd name="connsiteX16" fmla="*/ 204845 w 883025"/>
              <a:gd name="connsiteY16" fmla="*/ 1797495 h 2934868"/>
              <a:gd name="connsiteX17" fmla="*/ 189605 w 883025"/>
              <a:gd name="connsiteY17" fmla="*/ 1759395 h 2934868"/>
              <a:gd name="connsiteX18" fmla="*/ 174365 w 883025"/>
              <a:gd name="connsiteY18" fmla="*/ 1728915 h 2934868"/>
              <a:gd name="connsiteX19" fmla="*/ 151505 w 883025"/>
              <a:gd name="connsiteY19" fmla="*/ 1660335 h 2934868"/>
              <a:gd name="connsiteX20" fmla="*/ 136265 w 883025"/>
              <a:gd name="connsiteY20" fmla="*/ 1622235 h 2934868"/>
              <a:gd name="connsiteX21" fmla="*/ 128645 w 883025"/>
              <a:gd name="connsiteY21" fmla="*/ 1584135 h 2934868"/>
              <a:gd name="connsiteX22" fmla="*/ 105785 w 883025"/>
              <a:gd name="connsiteY22" fmla="*/ 1538415 h 2934868"/>
              <a:gd name="connsiteX23" fmla="*/ 98165 w 883025"/>
              <a:gd name="connsiteY23" fmla="*/ 1500315 h 2934868"/>
              <a:gd name="connsiteX24" fmla="*/ 90545 w 883025"/>
              <a:gd name="connsiteY24" fmla="*/ 1469835 h 2934868"/>
              <a:gd name="connsiteX25" fmla="*/ 75305 w 883025"/>
              <a:gd name="connsiteY25" fmla="*/ 1378395 h 2934868"/>
              <a:gd name="connsiteX26" fmla="*/ 82925 w 883025"/>
              <a:gd name="connsiteY26" fmla="*/ 898335 h 2934868"/>
              <a:gd name="connsiteX27" fmla="*/ 98165 w 883025"/>
              <a:gd name="connsiteY27" fmla="*/ 806895 h 2934868"/>
              <a:gd name="connsiteX28" fmla="*/ 105785 w 883025"/>
              <a:gd name="connsiteY28" fmla="*/ 745935 h 2934868"/>
              <a:gd name="connsiteX29" fmla="*/ 121025 w 883025"/>
              <a:gd name="connsiteY29" fmla="*/ 601155 h 2934868"/>
              <a:gd name="connsiteX30" fmla="*/ 143885 w 883025"/>
              <a:gd name="connsiteY30" fmla="*/ 471615 h 2934868"/>
              <a:gd name="connsiteX31" fmla="*/ 151505 w 883025"/>
              <a:gd name="connsiteY31" fmla="*/ 418275 h 2934868"/>
              <a:gd name="connsiteX32" fmla="*/ 166745 w 883025"/>
              <a:gd name="connsiteY32" fmla="*/ 387795 h 2934868"/>
              <a:gd name="connsiteX33" fmla="*/ 197225 w 883025"/>
              <a:gd name="connsiteY33" fmla="*/ 311595 h 2934868"/>
              <a:gd name="connsiteX34" fmla="*/ 220085 w 883025"/>
              <a:gd name="connsiteY34" fmla="*/ 281115 h 2934868"/>
              <a:gd name="connsiteX35" fmla="*/ 235325 w 883025"/>
              <a:gd name="connsiteY35" fmla="*/ 243015 h 2934868"/>
              <a:gd name="connsiteX36" fmla="*/ 250565 w 883025"/>
              <a:gd name="connsiteY36" fmla="*/ 220155 h 2934868"/>
              <a:gd name="connsiteX37" fmla="*/ 281045 w 883025"/>
              <a:gd name="connsiteY37" fmla="*/ 166815 h 2934868"/>
              <a:gd name="connsiteX38" fmla="*/ 303905 w 883025"/>
              <a:gd name="connsiteY38" fmla="*/ 151575 h 2934868"/>
              <a:gd name="connsiteX39" fmla="*/ 349625 w 883025"/>
              <a:gd name="connsiteY39" fmla="*/ 105855 h 2934868"/>
              <a:gd name="connsiteX40" fmla="*/ 425825 w 883025"/>
              <a:gd name="connsiteY40" fmla="*/ 67755 h 2934868"/>
              <a:gd name="connsiteX41" fmla="*/ 456305 w 883025"/>
              <a:gd name="connsiteY41" fmla="*/ 52515 h 2934868"/>
              <a:gd name="connsiteX42" fmla="*/ 494405 w 883025"/>
              <a:gd name="connsiteY42" fmla="*/ 44895 h 2934868"/>
              <a:gd name="connsiteX43" fmla="*/ 524885 w 883025"/>
              <a:gd name="connsiteY43" fmla="*/ 29655 h 2934868"/>
              <a:gd name="connsiteX44" fmla="*/ 585845 w 883025"/>
              <a:gd name="connsiteY44" fmla="*/ 6795 h 2934868"/>
              <a:gd name="connsiteX45" fmla="*/ 730625 w 883025"/>
              <a:gd name="connsiteY45" fmla="*/ 14415 h 2934868"/>
              <a:gd name="connsiteX46" fmla="*/ 684905 w 883025"/>
              <a:gd name="connsiteY46" fmla="*/ 67755 h 2934868"/>
              <a:gd name="connsiteX47" fmla="*/ 585845 w 883025"/>
              <a:gd name="connsiteY47" fmla="*/ 189675 h 2934868"/>
              <a:gd name="connsiteX48" fmla="*/ 562985 w 883025"/>
              <a:gd name="connsiteY48" fmla="*/ 212535 h 2934868"/>
              <a:gd name="connsiteX49" fmla="*/ 547745 w 883025"/>
              <a:gd name="connsiteY49" fmla="*/ 243015 h 2934868"/>
              <a:gd name="connsiteX50" fmla="*/ 494405 w 883025"/>
              <a:gd name="connsiteY50" fmla="*/ 296355 h 2934868"/>
              <a:gd name="connsiteX51" fmla="*/ 479165 w 883025"/>
              <a:gd name="connsiteY51" fmla="*/ 319215 h 2934868"/>
              <a:gd name="connsiteX52" fmla="*/ 456305 w 883025"/>
              <a:gd name="connsiteY52" fmla="*/ 342075 h 2934868"/>
              <a:gd name="connsiteX53" fmla="*/ 441065 w 883025"/>
              <a:gd name="connsiteY53" fmla="*/ 372555 h 2934868"/>
              <a:gd name="connsiteX54" fmla="*/ 418205 w 883025"/>
              <a:gd name="connsiteY54" fmla="*/ 395415 h 2934868"/>
              <a:gd name="connsiteX55" fmla="*/ 387725 w 883025"/>
              <a:gd name="connsiteY55" fmla="*/ 441135 h 2934868"/>
              <a:gd name="connsiteX56" fmla="*/ 357245 w 883025"/>
              <a:gd name="connsiteY56" fmla="*/ 479235 h 2934868"/>
              <a:gd name="connsiteX57" fmla="*/ 326765 w 883025"/>
              <a:gd name="connsiteY57" fmla="*/ 540195 h 2934868"/>
              <a:gd name="connsiteX58" fmla="*/ 303905 w 883025"/>
              <a:gd name="connsiteY58" fmla="*/ 578295 h 2934868"/>
              <a:gd name="connsiteX59" fmla="*/ 258185 w 883025"/>
              <a:gd name="connsiteY59" fmla="*/ 654495 h 2934868"/>
              <a:gd name="connsiteX60" fmla="*/ 227705 w 883025"/>
              <a:gd name="connsiteY60" fmla="*/ 715455 h 2934868"/>
              <a:gd name="connsiteX61" fmla="*/ 212465 w 883025"/>
              <a:gd name="connsiteY61" fmla="*/ 753555 h 2934868"/>
              <a:gd name="connsiteX62" fmla="*/ 166745 w 883025"/>
              <a:gd name="connsiteY62" fmla="*/ 822135 h 2934868"/>
              <a:gd name="connsiteX63" fmla="*/ 151505 w 883025"/>
              <a:gd name="connsiteY63" fmla="*/ 860235 h 2934868"/>
              <a:gd name="connsiteX64" fmla="*/ 143885 w 883025"/>
              <a:gd name="connsiteY64" fmla="*/ 883095 h 2934868"/>
              <a:gd name="connsiteX65" fmla="*/ 128645 w 883025"/>
              <a:gd name="connsiteY65" fmla="*/ 905955 h 2934868"/>
              <a:gd name="connsiteX66" fmla="*/ 113405 w 883025"/>
              <a:gd name="connsiteY66" fmla="*/ 951675 h 2934868"/>
              <a:gd name="connsiteX67" fmla="*/ 98165 w 883025"/>
              <a:gd name="connsiteY67" fmla="*/ 982155 h 2934868"/>
              <a:gd name="connsiteX68" fmla="*/ 75305 w 883025"/>
              <a:gd name="connsiteY68" fmla="*/ 1073595 h 2934868"/>
              <a:gd name="connsiteX69" fmla="*/ 67685 w 883025"/>
              <a:gd name="connsiteY69" fmla="*/ 1104075 h 2934868"/>
              <a:gd name="connsiteX70" fmla="*/ 52445 w 883025"/>
              <a:gd name="connsiteY70" fmla="*/ 1180275 h 2934868"/>
              <a:gd name="connsiteX71" fmla="*/ 44825 w 883025"/>
              <a:gd name="connsiteY71" fmla="*/ 1218375 h 2934868"/>
              <a:gd name="connsiteX72" fmla="*/ 21965 w 883025"/>
              <a:gd name="connsiteY72" fmla="*/ 1264095 h 2934868"/>
              <a:gd name="connsiteX73" fmla="*/ 21965 w 883025"/>
              <a:gd name="connsiteY73" fmla="*/ 1690815 h 2934868"/>
              <a:gd name="connsiteX74" fmla="*/ 29585 w 883025"/>
              <a:gd name="connsiteY74" fmla="*/ 1744155 h 2934868"/>
              <a:gd name="connsiteX75" fmla="*/ 44825 w 883025"/>
              <a:gd name="connsiteY75" fmla="*/ 1873695 h 2934868"/>
              <a:gd name="connsiteX76" fmla="*/ 67685 w 883025"/>
              <a:gd name="connsiteY76" fmla="*/ 1919415 h 2934868"/>
              <a:gd name="connsiteX77" fmla="*/ 105785 w 883025"/>
              <a:gd name="connsiteY77" fmla="*/ 2041335 h 2934868"/>
              <a:gd name="connsiteX78" fmla="*/ 105785 w 883025"/>
              <a:gd name="connsiteY78" fmla="*/ 2041335 h 2934868"/>
              <a:gd name="connsiteX79" fmla="*/ 128645 w 883025"/>
              <a:gd name="connsiteY79" fmla="*/ 2109915 h 2934868"/>
              <a:gd name="connsiteX80" fmla="*/ 136265 w 883025"/>
              <a:gd name="connsiteY80" fmla="*/ 2140395 h 2934868"/>
              <a:gd name="connsiteX81" fmla="*/ 143885 w 883025"/>
              <a:gd name="connsiteY81" fmla="*/ 2163255 h 2934868"/>
              <a:gd name="connsiteX82" fmla="*/ 151505 w 883025"/>
              <a:gd name="connsiteY82" fmla="*/ 2224215 h 2934868"/>
              <a:gd name="connsiteX83" fmla="*/ 166745 w 883025"/>
              <a:gd name="connsiteY83" fmla="*/ 2247075 h 2934868"/>
              <a:gd name="connsiteX84" fmla="*/ 197225 w 883025"/>
              <a:gd name="connsiteY84" fmla="*/ 2300415 h 2934868"/>
              <a:gd name="connsiteX85" fmla="*/ 227705 w 883025"/>
              <a:gd name="connsiteY85" fmla="*/ 2368995 h 2934868"/>
              <a:gd name="connsiteX86" fmla="*/ 235325 w 883025"/>
              <a:gd name="connsiteY86" fmla="*/ 2391855 h 2934868"/>
              <a:gd name="connsiteX87" fmla="*/ 258185 w 883025"/>
              <a:gd name="connsiteY87" fmla="*/ 2437575 h 2934868"/>
              <a:gd name="connsiteX88" fmla="*/ 296285 w 883025"/>
              <a:gd name="connsiteY88" fmla="*/ 2498535 h 2934868"/>
              <a:gd name="connsiteX89" fmla="*/ 303905 w 883025"/>
              <a:gd name="connsiteY89" fmla="*/ 2521395 h 2934868"/>
              <a:gd name="connsiteX90" fmla="*/ 326765 w 883025"/>
              <a:gd name="connsiteY90" fmla="*/ 2559495 h 2934868"/>
              <a:gd name="connsiteX91" fmla="*/ 357245 w 883025"/>
              <a:gd name="connsiteY91" fmla="*/ 2605215 h 2934868"/>
              <a:gd name="connsiteX92" fmla="*/ 402965 w 883025"/>
              <a:gd name="connsiteY92" fmla="*/ 2681415 h 2934868"/>
              <a:gd name="connsiteX93" fmla="*/ 456305 w 883025"/>
              <a:gd name="connsiteY93" fmla="*/ 2749995 h 2934868"/>
              <a:gd name="connsiteX94" fmla="*/ 517265 w 883025"/>
              <a:gd name="connsiteY94" fmla="*/ 2826195 h 2934868"/>
              <a:gd name="connsiteX95" fmla="*/ 585845 w 883025"/>
              <a:gd name="connsiteY95" fmla="*/ 2856675 h 2934868"/>
              <a:gd name="connsiteX96" fmla="*/ 616325 w 883025"/>
              <a:gd name="connsiteY96" fmla="*/ 2871915 h 2934868"/>
              <a:gd name="connsiteX97" fmla="*/ 662045 w 883025"/>
              <a:gd name="connsiteY97" fmla="*/ 2879535 h 2934868"/>
              <a:gd name="connsiteX98" fmla="*/ 700145 w 883025"/>
              <a:gd name="connsiteY98" fmla="*/ 2887155 h 2934868"/>
              <a:gd name="connsiteX99" fmla="*/ 723005 w 883025"/>
              <a:gd name="connsiteY99" fmla="*/ 2894775 h 2934868"/>
              <a:gd name="connsiteX100" fmla="*/ 776345 w 883025"/>
              <a:gd name="connsiteY100" fmla="*/ 2910015 h 2934868"/>
              <a:gd name="connsiteX101" fmla="*/ 814445 w 883025"/>
              <a:gd name="connsiteY101" fmla="*/ 2925255 h 2934868"/>
              <a:gd name="connsiteX102" fmla="*/ 883025 w 883025"/>
              <a:gd name="connsiteY102" fmla="*/ 2932875 h 293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883025" h="2934868">
                <a:moveTo>
                  <a:pt x="875405" y="2529015"/>
                </a:moveTo>
                <a:cubicBezTo>
                  <a:pt x="828950" y="2513530"/>
                  <a:pt x="842815" y="2519988"/>
                  <a:pt x="776345" y="2475675"/>
                </a:cubicBezTo>
                <a:cubicBezTo>
                  <a:pt x="753485" y="2460435"/>
                  <a:pt x="730405" y="2445520"/>
                  <a:pt x="707765" y="2429955"/>
                </a:cubicBezTo>
                <a:cubicBezTo>
                  <a:pt x="689760" y="2417576"/>
                  <a:pt x="669875" y="2407305"/>
                  <a:pt x="654425" y="2391855"/>
                </a:cubicBezTo>
                <a:cubicBezTo>
                  <a:pt x="631565" y="2368995"/>
                  <a:pt x="610681" y="2343971"/>
                  <a:pt x="585845" y="2323275"/>
                </a:cubicBezTo>
                <a:lnTo>
                  <a:pt x="494405" y="2247075"/>
                </a:lnTo>
                <a:cubicBezTo>
                  <a:pt x="462709" y="2220973"/>
                  <a:pt x="452235" y="2216298"/>
                  <a:pt x="425825" y="2186115"/>
                </a:cubicBezTo>
                <a:cubicBezTo>
                  <a:pt x="363557" y="2114952"/>
                  <a:pt x="437796" y="2195254"/>
                  <a:pt x="387725" y="2125155"/>
                </a:cubicBezTo>
                <a:cubicBezTo>
                  <a:pt x="381461" y="2116386"/>
                  <a:pt x="371045" y="2111123"/>
                  <a:pt x="364865" y="2102295"/>
                </a:cubicBezTo>
                <a:cubicBezTo>
                  <a:pt x="286896" y="1990911"/>
                  <a:pt x="357924" y="2088414"/>
                  <a:pt x="326765" y="2026095"/>
                </a:cubicBezTo>
                <a:cubicBezTo>
                  <a:pt x="320141" y="2012848"/>
                  <a:pt x="311856" y="2000490"/>
                  <a:pt x="303905" y="1987995"/>
                </a:cubicBezTo>
                <a:cubicBezTo>
                  <a:pt x="294071" y="1972542"/>
                  <a:pt x="273425" y="1942275"/>
                  <a:pt x="273425" y="1942275"/>
                </a:cubicBezTo>
                <a:cubicBezTo>
                  <a:pt x="270885" y="1932115"/>
                  <a:pt x="270489" y="1921162"/>
                  <a:pt x="265805" y="1911795"/>
                </a:cubicBezTo>
                <a:cubicBezTo>
                  <a:pt x="260125" y="1900436"/>
                  <a:pt x="250327" y="1891649"/>
                  <a:pt x="242945" y="1881315"/>
                </a:cubicBezTo>
                <a:cubicBezTo>
                  <a:pt x="237622" y="1873863"/>
                  <a:pt x="232785" y="1866075"/>
                  <a:pt x="227705" y="1858455"/>
                </a:cubicBezTo>
                <a:cubicBezTo>
                  <a:pt x="225165" y="1845755"/>
                  <a:pt x="224633" y="1832482"/>
                  <a:pt x="220085" y="1820355"/>
                </a:cubicBezTo>
                <a:cubicBezTo>
                  <a:pt x="216869" y="1811780"/>
                  <a:pt x="208941" y="1805686"/>
                  <a:pt x="204845" y="1797495"/>
                </a:cubicBezTo>
                <a:cubicBezTo>
                  <a:pt x="198728" y="1785261"/>
                  <a:pt x="195160" y="1771894"/>
                  <a:pt x="189605" y="1759395"/>
                </a:cubicBezTo>
                <a:cubicBezTo>
                  <a:pt x="184992" y="1749015"/>
                  <a:pt x="178443" y="1739517"/>
                  <a:pt x="174365" y="1728915"/>
                </a:cubicBezTo>
                <a:cubicBezTo>
                  <a:pt x="165715" y="1706425"/>
                  <a:pt x="160454" y="1682708"/>
                  <a:pt x="151505" y="1660335"/>
                </a:cubicBezTo>
                <a:cubicBezTo>
                  <a:pt x="146425" y="1647635"/>
                  <a:pt x="140195" y="1635336"/>
                  <a:pt x="136265" y="1622235"/>
                </a:cubicBezTo>
                <a:cubicBezTo>
                  <a:pt x="132543" y="1609830"/>
                  <a:pt x="133071" y="1596307"/>
                  <a:pt x="128645" y="1584135"/>
                </a:cubicBezTo>
                <a:cubicBezTo>
                  <a:pt x="122822" y="1568122"/>
                  <a:pt x="113405" y="1553655"/>
                  <a:pt x="105785" y="1538415"/>
                </a:cubicBezTo>
                <a:cubicBezTo>
                  <a:pt x="103245" y="1525715"/>
                  <a:pt x="100975" y="1512958"/>
                  <a:pt x="98165" y="1500315"/>
                </a:cubicBezTo>
                <a:cubicBezTo>
                  <a:pt x="95893" y="1490092"/>
                  <a:pt x="92475" y="1480128"/>
                  <a:pt x="90545" y="1469835"/>
                </a:cubicBezTo>
                <a:cubicBezTo>
                  <a:pt x="84850" y="1439464"/>
                  <a:pt x="80385" y="1408875"/>
                  <a:pt x="75305" y="1378395"/>
                </a:cubicBezTo>
                <a:cubicBezTo>
                  <a:pt x="77845" y="1218375"/>
                  <a:pt x="76529" y="1058247"/>
                  <a:pt x="82925" y="898335"/>
                </a:cubicBezTo>
                <a:cubicBezTo>
                  <a:pt x="84160" y="867459"/>
                  <a:pt x="93581" y="837454"/>
                  <a:pt x="98165" y="806895"/>
                </a:cubicBezTo>
                <a:cubicBezTo>
                  <a:pt x="101203" y="786643"/>
                  <a:pt x="103524" y="766288"/>
                  <a:pt x="105785" y="745935"/>
                </a:cubicBezTo>
                <a:cubicBezTo>
                  <a:pt x="111144" y="697705"/>
                  <a:pt x="111508" y="648739"/>
                  <a:pt x="121025" y="601155"/>
                </a:cubicBezTo>
                <a:cubicBezTo>
                  <a:pt x="131065" y="550955"/>
                  <a:pt x="135200" y="532407"/>
                  <a:pt x="143885" y="471615"/>
                </a:cubicBezTo>
                <a:cubicBezTo>
                  <a:pt x="146425" y="453835"/>
                  <a:pt x="146779" y="435603"/>
                  <a:pt x="151505" y="418275"/>
                </a:cubicBezTo>
                <a:cubicBezTo>
                  <a:pt x="154494" y="407316"/>
                  <a:pt x="162526" y="398342"/>
                  <a:pt x="166745" y="387795"/>
                </a:cubicBezTo>
                <a:cubicBezTo>
                  <a:pt x="181945" y="349795"/>
                  <a:pt x="177369" y="343364"/>
                  <a:pt x="197225" y="311595"/>
                </a:cubicBezTo>
                <a:cubicBezTo>
                  <a:pt x="203956" y="300825"/>
                  <a:pt x="213917" y="292217"/>
                  <a:pt x="220085" y="281115"/>
                </a:cubicBezTo>
                <a:cubicBezTo>
                  <a:pt x="226728" y="269158"/>
                  <a:pt x="229208" y="255249"/>
                  <a:pt x="235325" y="243015"/>
                </a:cubicBezTo>
                <a:cubicBezTo>
                  <a:pt x="239421" y="234824"/>
                  <a:pt x="246021" y="228106"/>
                  <a:pt x="250565" y="220155"/>
                </a:cubicBezTo>
                <a:cubicBezTo>
                  <a:pt x="258534" y="206210"/>
                  <a:pt x="268668" y="179192"/>
                  <a:pt x="281045" y="166815"/>
                </a:cubicBezTo>
                <a:cubicBezTo>
                  <a:pt x="287521" y="160339"/>
                  <a:pt x="297060" y="157659"/>
                  <a:pt x="303905" y="151575"/>
                </a:cubicBezTo>
                <a:cubicBezTo>
                  <a:pt x="320014" y="137256"/>
                  <a:pt x="330348" y="115494"/>
                  <a:pt x="349625" y="105855"/>
                </a:cubicBezTo>
                <a:lnTo>
                  <a:pt x="425825" y="67755"/>
                </a:lnTo>
                <a:cubicBezTo>
                  <a:pt x="435985" y="62675"/>
                  <a:pt x="445166" y="54743"/>
                  <a:pt x="456305" y="52515"/>
                </a:cubicBezTo>
                <a:lnTo>
                  <a:pt x="494405" y="44895"/>
                </a:lnTo>
                <a:cubicBezTo>
                  <a:pt x="504565" y="39815"/>
                  <a:pt x="514505" y="34268"/>
                  <a:pt x="524885" y="29655"/>
                </a:cubicBezTo>
                <a:cubicBezTo>
                  <a:pt x="552220" y="17506"/>
                  <a:pt x="560710" y="15173"/>
                  <a:pt x="585845" y="6795"/>
                </a:cubicBezTo>
                <a:cubicBezTo>
                  <a:pt x="634105" y="9335"/>
                  <a:pt x="684498" y="0"/>
                  <a:pt x="730625" y="14415"/>
                </a:cubicBezTo>
                <a:cubicBezTo>
                  <a:pt x="738167" y="16772"/>
                  <a:pt x="685462" y="67093"/>
                  <a:pt x="684905" y="67755"/>
                </a:cubicBezTo>
                <a:cubicBezTo>
                  <a:pt x="651176" y="107808"/>
                  <a:pt x="622872" y="152648"/>
                  <a:pt x="585845" y="189675"/>
                </a:cubicBezTo>
                <a:cubicBezTo>
                  <a:pt x="578225" y="197295"/>
                  <a:pt x="569249" y="203766"/>
                  <a:pt x="562985" y="212535"/>
                </a:cubicBezTo>
                <a:cubicBezTo>
                  <a:pt x="556383" y="221778"/>
                  <a:pt x="554938" y="234223"/>
                  <a:pt x="547745" y="243015"/>
                </a:cubicBezTo>
                <a:cubicBezTo>
                  <a:pt x="531822" y="262476"/>
                  <a:pt x="508353" y="275433"/>
                  <a:pt x="494405" y="296355"/>
                </a:cubicBezTo>
                <a:cubicBezTo>
                  <a:pt x="489325" y="303975"/>
                  <a:pt x="485028" y="312180"/>
                  <a:pt x="479165" y="319215"/>
                </a:cubicBezTo>
                <a:cubicBezTo>
                  <a:pt x="472266" y="327494"/>
                  <a:pt x="462569" y="333306"/>
                  <a:pt x="456305" y="342075"/>
                </a:cubicBezTo>
                <a:cubicBezTo>
                  <a:pt x="449703" y="351318"/>
                  <a:pt x="447667" y="363312"/>
                  <a:pt x="441065" y="372555"/>
                </a:cubicBezTo>
                <a:cubicBezTo>
                  <a:pt x="434801" y="381324"/>
                  <a:pt x="424821" y="386909"/>
                  <a:pt x="418205" y="395415"/>
                </a:cubicBezTo>
                <a:cubicBezTo>
                  <a:pt x="406960" y="409873"/>
                  <a:pt x="399167" y="426832"/>
                  <a:pt x="387725" y="441135"/>
                </a:cubicBezTo>
                <a:cubicBezTo>
                  <a:pt x="377565" y="453835"/>
                  <a:pt x="366572" y="465911"/>
                  <a:pt x="357245" y="479235"/>
                </a:cubicBezTo>
                <a:cubicBezTo>
                  <a:pt x="301798" y="558445"/>
                  <a:pt x="354500" y="484725"/>
                  <a:pt x="326765" y="540195"/>
                </a:cubicBezTo>
                <a:cubicBezTo>
                  <a:pt x="320141" y="553442"/>
                  <a:pt x="311098" y="565348"/>
                  <a:pt x="303905" y="578295"/>
                </a:cubicBezTo>
                <a:cubicBezTo>
                  <a:pt x="264853" y="648589"/>
                  <a:pt x="320154" y="561542"/>
                  <a:pt x="258185" y="654495"/>
                </a:cubicBezTo>
                <a:cubicBezTo>
                  <a:pt x="242387" y="717687"/>
                  <a:pt x="263031" y="651869"/>
                  <a:pt x="227705" y="715455"/>
                </a:cubicBezTo>
                <a:cubicBezTo>
                  <a:pt x="221062" y="727412"/>
                  <a:pt x="219108" y="741598"/>
                  <a:pt x="212465" y="753555"/>
                </a:cubicBezTo>
                <a:cubicBezTo>
                  <a:pt x="148652" y="868418"/>
                  <a:pt x="233534" y="688556"/>
                  <a:pt x="166745" y="822135"/>
                </a:cubicBezTo>
                <a:cubicBezTo>
                  <a:pt x="160628" y="834369"/>
                  <a:pt x="156308" y="847428"/>
                  <a:pt x="151505" y="860235"/>
                </a:cubicBezTo>
                <a:cubicBezTo>
                  <a:pt x="148685" y="867756"/>
                  <a:pt x="147477" y="875911"/>
                  <a:pt x="143885" y="883095"/>
                </a:cubicBezTo>
                <a:cubicBezTo>
                  <a:pt x="139789" y="891286"/>
                  <a:pt x="132364" y="897586"/>
                  <a:pt x="128645" y="905955"/>
                </a:cubicBezTo>
                <a:cubicBezTo>
                  <a:pt x="122121" y="920635"/>
                  <a:pt x="119371" y="936760"/>
                  <a:pt x="113405" y="951675"/>
                </a:cubicBezTo>
                <a:cubicBezTo>
                  <a:pt x="109186" y="962222"/>
                  <a:pt x="102384" y="971608"/>
                  <a:pt x="98165" y="982155"/>
                </a:cubicBezTo>
                <a:cubicBezTo>
                  <a:pt x="77797" y="1033075"/>
                  <a:pt x="85799" y="1021125"/>
                  <a:pt x="75305" y="1073595"/>
                </a:cubicBezTo>
                <a:cubicBezTo>
                  <a:pt x="73251" y="1083864"/>
                  <a:pt x="69879" y="1093835"/>
                  <a:pt x="67685" y="1104075"/>
                </a:cubicBezTo>
                <a:cubicBezTo>
                  <a:pt x="62258" y="1129403"/>
                  <a:pt x="57525" y="1154875"/>
                  <a:pt x="52445" y="1180275"/>
                </a:cubicBezTo>
                <a:cubicBezTo>
                  <a:pt x="49905" y="1192975"/>
                  <a:pt x="50617" y="1206791"/>
                  <a:pt x="44825" y="1218375"/>
                </a:cubicBezTo>
                <a:lnTo>
                  <a:pt x="21965" y="1264095"/>
                </a:lnTo>
                <a:cubicBezTo>
                  <a:pt x="0" y="1439817"/>
                  <a:pt x="9272" y="1341754"/>
                  <a:pt x="21965" y="1690815"/>
                </a:cubicBezTo>
                <a:cubicBezTo>
                  <a:pt x="22618" y="1708764"/>
                  <a:pt x="27798" y="1726284"/>
                  <a:pt x="29585" y="1744155"/>
                </a:cubicBezTo>
                <a:cubicBezTo>
                  <a:pt x="31478" y="1763087"/>
                  <a:pt x="31238" y="1839727"/>
                  <a:pt x="44825" y="1873695"/>
                </a:cubicBezTo>
                <a:cubicBezTo>
                  <a:pt x="51153" y="1889515"/>
                  <a:pt x="60065" y="1904175"/>
                  <a:pt x="67685" y="1919415"/>
                </a:cubicBezTo>
                <a:cubicBezTo>
                  <a:pt x="79802" y="1992119"/>
                  <a:pt x="69567" y="1950790"/>
                  <a:pt x="105785" y="2041335"/>
                </a:cubicBezTo>
                <a:lnTo>
                  <a:pt x="105785" y="2041335"/>
                </a:lnTo>
                <a:cubicBezTo>
                  <a:pt x="124046" y="2114378"/>
                  <a:pt x="99951" y="2023832"/>
                  <a:pt x="128645" y="2109915"/>
                </a:cubicBezTo>
                <a:cubicBezTo>
                  <a:pt x="131957" y="2119850"/>
                  <a:pt x="133388" y="2130325"/>
                  <a:pt x="136265" y="2140395"/>
                </a:cubicBezTo>
                <a:cubicBezTo>
                  <a:pt x="138472" y="2148118"/>
                  <a:pt x="141345" y="2155635"/>
                  <a:pt x="143885" y="2163255"/>
                </a:cubicBezTo>
                <a:cubicBezTo>
                  <a:pt x="146425" y="2183575"/>
                  <a:pt x="146117" y="2204458"/>
                  <a:pt x="151505" y="2224215"/>
                </a:cubicBezTo>
                <a:cubicBezTo>
                  <a:pt x="153915" y="2233050"/>
                  <a:pt x="162033" y="2239222"/>
                  <a:pt x="166745" y="2247075"/>
                </a:cubicBezTo>
                <a:cubicBezTo>
                  <a:pt x="177281" y="2264635"/>
                  <a:pt x="187419" y="2282437"/>
                  <a:pt x="197225" y="2300415"/>
                </a:cubicBezTo>
                <a:cubicBezTo>
                  <a:pt x="211079" y="2325814"/>
                  <a:pt x="217282" y="2341199"/>
                  <a:pt x="227705" y="2368995"/>
                </a:cubicBezTo>
                <a:cubicBezTo>
                  <a:pt x="230525" y="2376516"/>
                  <a:pt x="232063" y="2384515"/>
                  <a:pt x="235325" y="2391855"/>
                </a:cubicBezTo>
                <a:cubicBezTo>
                  <a:pt x="242245" y="2407425"/>
                  <a:pt x="249910" y="2422680"/>
                  <a:pt x="258185" y="2437575"/>
                </a:cubicBezTo>
                <a:cubicBezTo>
                  <a:pt x="288409" y="2491978"/>
                  <a:pt x="257767" y="2421500"/>
                  <a:pt x="296285" y="2498535"/>
                </a:cubicBezTo>
                <a:cubicBezTo>
                  <a:pt x="299877" y="2505719"/>
                  <a:pt x="300313" y="2514211"/>
                  <a:pt x="303905" y="2521395"/>
                </a:cubicBezTo>
                <a:cubicBezTo>
                  <a:pt x="310529" y="2534642"/>
                  <a:pt x="318814" y="2547000"/>
                  <a:pt x="326765" y="2559495"/>
                </a:cubicBezTo>
                <a:cubicBezTo>
                  <a:pt x="336599" y="2574948"/>
                  <a:pt x="349054" y="2588832"/>
                  <a:pt x="357245" y="2605215"/>
                </a:cubicBezTo>
                <a:cubicBezTo>
                  <a:pt x="373833" y="2638391"/>
                  <a:pt x="377218" y="2648312"/>
                  <a:pt x="402965" y="2681415"/>
                </a:cubicBezTo>
                <a:cubicBezTo>
                  <a:pt x="420745" y="2704275"/>
                  <a:pt x="440241" y="2725898"/>
                  <a:pt x="456305" y="2749995"/>
                </a:cubicBezTo>
                <a:cubicBezTo>
                  <a:pt x="477720" y="2782117"/>
                  <a:pt x="487197" y="2802809"/>
                  <a:pt x="517265" y="2826195"/>
                </a:cubicBezTo>
                <a:cubicBezTo>
                  <a:pt x="563249" y="2861960"/>
                  <a:pt x="541772" y="2840148"/>
                  <a:pt x="585845" y="2856675"/>
                </a:cubicBezTo>
                <a:cubicBezTo>
                  <a:pt x="596481" y="2860663"/>
                  <a:pt x="605445" y="2868651"/>
                  <a:pt x="616325" y="2871915"/>
                </a:cubicBezTo>
                <a:cubicBezTo>
                  <a:pt x="631124" y="2876355"/>
                  <a:pt x="646844" y="2876771"/>
                  <a:pt x="662045" y="2879535"/>
                </a:cubicBezTo>
                <a:cubicBezTo>
                  <a:pt x="674788" y="2881852"/>
                  <a:pt x="687580" y="2884014"/>
                  <a:pt x="700145" y="2887155"/>
                </a:cubicBezTo>
                <a:cubicBezTo>
                  <a:pt x="707937" y="2889103"/>
                  <a:pt x="715282" y="2892568"/>
                  <a:pt x="723005" y="2894775"/>
                </a:cubicBezTo>
                <a:cubicBezTo>
                  <a:pt x="756632" y="2904383"/>
                  <a:pt x="747113" y="2899053"/>
                  <a:pt x="776345" y="2910015"/>
                </a:cubicBezTo>
                <a:cubicBezTo>
                  <a:pt x="789152" y="2914818"/>
                  <a:pt x="801344" y="2921325"/>
                  <a:pt x="814445" y="2925255"/>
                </a:cubicBezTo>
                <a:cubicBezTo>
                  <a:pt x="846487" y="2934868"/>
                  <a:pt x="852161" y="2932875"/>
                  <a:pt x="883025" y="29328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5643570" y="4937975"/>
            <a:ext cx="8386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DB Client</a:t>
            </a:r>
            <a:endParaRPr lang="ko-KR" altLang="en-US" sz="1200" dirty="0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228972" y="3571900"/>
            <a:ext cx="5810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TextBox 20"/>
          <p:cNvSpPr txBox="1"/>
          <p:nvPr/>
        </p:nvSpPr>
        <p:spPr>
          <a:xfrm>
            <a:off x="357158" y="3857652"/>
            <a:ext cx="4299767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r>
              <a:rPr lang="en-US" altLang="ko-KR" sz="1400" dirty="0" smtClean="0"/>
              <a:t>1.</a:t>
            </a:r>
            <a:r>
              <a:rPr lang="ko-KR" altLang="en-US" sz="1400" dirty="0" smtClean="0"/>
              <a:t>드라이버 로딩</a:t>
            </a:r>
            <a:r>
              <a:rPr lang="en-US" altLang="ko-KR" sz="1400" dirty="0" smtClean="0"/>
              <a:t>( </a:t>
            </a:r>
            <a:r>
              <a:rPr lang="ko-KR" altLang="en-US" sz="1400" dirty="0" smtClean="0"/>
              <a:t>자바언어로 구현된 </a:t>
            </a:r>
            <a:r>
              <a:rPr lang="en-US" altLang="ko-KR" sz="1400" dirty="0" smtClean="0"/>
              <a:t>DB Client)</a:t>
            </a:r>
          </a:p>
          <a:p>
            <a:pPr marL="342900" indent="-342900"/>
            <a:r>
              <a:rPr lang="en-US" altLang="ko-KR" sz="1400" dirty="0" smtClean="0"/>
              <a:t>  </a:t>
            </a:r>
            <a:r>
              <a:rPr lang="en-US" altLang="ko-KR" sz="1400" dirty="0" err="1" smtClean="0"/>
              <a:t>Class.forName</a:t>
            </a:r>
            <a:r>
              <a:rPr lang="en-US" altLang="ko-KR" sz="1400" dirty="0" smtClean="0"/>
              <a:t>(“</a:t>
            </a:r>
            <a:r>
              <a:rPr lang="ko-KR" altLang="en-US" sz="1400" dirty="0" smtClean="0"/>
              <a:t>드라이버클래스</a:t>
            </a:r>
            <a:r>
              <a:rPr lang="en-US" altLang="ko-KR" sz="1400" dirty="0" smtClean="0"/>
              <a:t>”);</a:t>
            </a:r>
          </a:p>
          <a:p>
            <a:pPr marL="342900" indent="-342900"/>
            <a:endParaRPr lang="en-US" altLang="ko-KR" sz="1400" dirty="0" smtClean="0"/>
          </a:p>
          <a:p>
            <a:pPr marL="342900" indent="-342900"/>
            <a:r>
              <a:rPr lang="en-US" altLang="ko-KR" sz="1400" dirty="0" smtClean="0"/>
              <a:t>  </a:t>
            </a:r>
            <a:r>
              <a:rPr lang="en-US" altLang="ko-KR" sz="1400" dirty="0" err="1" smtClean="0"/>
              <a:t>Class.forName</a:t>
            </a:r>
            <a:r>
              <a:rPr lang="en-US" altLang="ko-KR" sz="1400" dirty="0" smtClean="0"/>
              <a:t>(“</a:t>
            </a:r>
            <a:r>
              <a:rPr lang="en-US" altLang="ko-KR" sz="1400" dirty="0" err="1" smtClean="0"/>
              <a:t>oracle.jdbc.OracleDriver</a:t>
            </a:r>
            <a:r>
              <a:rPr lang="en-US" altLang="ko-KR" sz="1400" dirty="0" smtClean="0"/>
              <a:t>”)</a:t>
            </a:r>
          </a:p>
          <a:p>
            <a:pPr marL="342900" indent="-342900"/>
            <a:endParaRPr lang="en-US" altLang="ko-KR" sz="1400" dirty="0" smtClean="0"/>
          </a:p>
          <a:p>
            <a:pPr marL="342900" indent="-342900"/>
            <a:r>
              <a:rPr lang="en-US" altLang="ko-KR" sz="1400" dirty="0" smtClean="0"/>
              <a:t>2. </a:t>
            </a:r>
            <a:r>
              <a:rPr lang="ko-KR" altLang="en-US" sz="1400" dirty="0" smtClean="0"/>
              <a:t>로딩된 드라이버를 사용하여 커넥션 얻기</a:t>
            </a:r>
            <a:endParaRPr lang="en-US" altLang="ko-KR" sz="1400" dirty="0" smtClean="0"/>
          </a:p>
          <a:p>
            <a:pPr marL="342900" indent="-342900"/>
            <a:r>
              <a:rPr lang="en-US" altLang="ko-KR" sz="1400" dirty="0" smtClean="0"/>
              <a:t>   String </a:t>
            </a:r>
            <a:r>
              <a:rPr lang="en-US" altLang="ko-KR" sz="1400" dirty="0" err="1" smtClean="0"/>
              <a:t>url</a:t>
            </a:r>
            <a:r>
              <a:rPr lang="en-US" altLang="ko-KR" sz="1400" dirty="0" smtClean="0"/>
              <a:t>=“</a:t>
            </a:r>
            <a:r>
              <a:rPr lang="en-US" altLang="ko-KR" sz="1400" dirty="0" err="1" smtClean="0"/>
              <a:t>jdbc:oracle:thin</a:t>
            </a:r>
            <a:r>
              <a:rPr lang="en-US" altLang="ko-KR" sz="1400" dirty="0" smtClean="0"/>
              <a:t>:@</a:t>
            </a:r>
            <a:r>
              <a:rPr lang="ko-KR" altLang="en-US" sz="1400" dirty="0" err="1" smtClean="0"/>
              <a:t>디비위치</a:t>
            </a:r>
            <a:r>
              <a:rPr lang="en-US" altLang="ko-KR" sz="1400" dirty="0" smtClean="0"/>
              <a:t>:1521:SID”</a:t>
            </a:r>
          </a:p>
          <a:p>
            <a:pPr marL="342900" indent="-342900"/>
            <a:r>
              <a:rPr lang="en-US" altLang="ko-KR" sz="1400" dirty="0" smtClean="0"/>
              <a:t>   String id=“</a:t>
            </a:r>
            <a:r>
              <a:rPr lang="en-US" altLang="ko-KR" sz="1400" dirty="0" err="1" smtClean="0"/>
              <a:t>scott</a:t>
            </a:r>
            <a:r>
              <a:rPr lang="en-US" altLang="ko-KR" sz="1400" dirty="0" smtClean="0"/>
              <a:t>”;</a:t>
            </a:r>
          </a:p>
          <a:p>
            <a:pPr marL="342900" indent="-342900"/>
            <a:r>
              <a:rPr lang="en-US" altLang="ko-KR" sz="1400" dirty="0" smtClean="0"/>
              <a:t>   String pass=“tiger”;</a:t>
            </a:r>
          </a:p>
          <a:p>
            <a:pPr marL="342900" indent="-342900"/>
            <a:r>
              <a:rPr lang="en-US" altLang="ko-KR" sz="1400" dirty="0" smtClean="0"/>
              <a:t>   Connection </a:t>
            </a:r>
            <a:r>
              <a:rPr lang="en-US" altLang="ko-KR" sz="1400" b="1" dirty="0" smtClean="0"/>
              <a:t>con</a:t>
            </a:r>
            <a:r>
              <a:rPr lang="en-US" altLang="ko-KR" sz="1400" dirty="0" smtClean="0"/>
              <a:t>=</a:t>
            </a:r>
          </a:p>
          <a:p>
            <a:pPr marL="342900" indent="-342900"/>
            <a:r>
              <a:rPr lang="en-US" altLang="ko-KR" sz="1400" dirty="0" smtClean="0"/>
              <a:t>   </a:t>
            </a:r>
            <a:r>
              <a:rPr lang="en-US" altLang="ko-KR" sz="1400" dirty="0" err="1" smtClean="0"/>
              <a:t>DriverManger.getConnection</a:t>
            </a:r>
            <a:r>
              <a:rPr lang="en-US" altLang="ko-KR" sz="1400" dirty="0" smtClean="0"/>
              <a:t>( </a:t>
            </a:r>
            <a:r>
              <a:rPr lang="en-US" altLang="ko-KR" sz="1400" dirty="0" err="1" smtClean="0"/>
              <a:t>url</a:t>
            </a:r>
            <a:r>
              <a:rPr lang="en-US" altLang="ko-KR" sz="1400" dirty="0" smtClean="0"/>
              <a:t> , id, pass);</a:t>
            </a:r>
            <a:endParaRPr lang="ko-KR" altLang="en-US" sz="1400" dirty="0"/>
          </a:p>
        </p:txBody>
      </p:sp>
      <p:sp>
        <p:nvSpPr>
          <p:cNvPr id="22" name="자유형 21"/>
          <p:cNvSpPr/>
          <p:nvPr/>
        </p:nvSpPr>
        <p:spPr>
          <a:xfrm>
            <a:off x="2730331" y="3555434"/>
            <a:ext cx="757515" cy="692738"/>
          </a:xfrm>
          <a:custGeom>
            <a:avLst/>
            <a:gdLst>
              <a:gd name="connsiteX0" fmla="*/ 20489 w 757515"/>
              <a:gd name="connsiteY0" fmla="*/ 692738 h 692738"/>
              <a:gd name="connsiteX1" fmla="*/ 20489 w 757515"/>
              <a:gd name="connsiteY1" fmla="*/ 540338 h 692738"/>
              <a:gd name="connsiteX2" fmla="*/ 28109 w 757515"/>
              <a:gd name="connsiteY2" fmla="*/ 517478 h 692738"/>
              <a:gd name="connsiteX3" fmla="*/ 43349 w 757515"/>
              <a:gd name="connsiteY3" fmla="*/ 456518 h 692738"/>
              <a:gd name="connsiteX4" fmla="*/ 58589 w 757515"/>
              <a:gd name="connsiteY4" fmla="*/ 426038 h 692738"/>
              <a:gd name="connsiteX5" fmla="*/ 73829 w 757515"/>
              <a:gd name="connsiteY5" fmla="*/ 380318 h 692738"/>
              <a:gd name="connsiteX6" fmla="*/ 96689 w 757515"/>
              <a:gd name="connsiteY6" fmla="*/ 365078 h 692738"/>
              <a:gd name="connsiteX7" fmla="*/ 142409 w 757515"/>
              <a:gd name="connsiteY7" fmla="*/ 319358 h 692738"/>
              <a:gd name="connsiteX8" fmla="*/ 165269 w 757515"/>
              <a:gd name="connsiteY8" fmla="*/ 311738 h 692738"/>
              <a:gd name="connsiteX9" fmla="*/ 218609 w 757515"/>
              <a:gd name="connsiteY9" fmla="*/ 281258 h 692738"/>
              <a:gd name="connsiteX10" fmla="*/ 264329 w 757515"/>
              <a:gd name="connsiteY10" fmla="*/ 266018 h 692738"/>
              <a:gd name="connsiteX11" fmla="*/ 287189 w 757515"/>
              <a:gd name="connsiteY11" fmla="*/ 258398 h 692738"/>
              <a:gd name="connsiteX12" fmla="*/ 310049 w 757515"/>
              <a:gd name="connsiteY12" fmla="*/ 250778 h 692738"/>
              <a:gd name="connsiteX13" fmla="*/ 470069 w 757515"/>
              <a:gd name="connsiteY13" fmla="*/ 243158 h 692738"/>
              <a:gd name="connsiteX14" fmla="*/ 447209 w 757515"/>
              <a:gd name="connsiteY14" fmla="*/ 227918 h 692738"/>
              <a:gd name="connsiteX15" fmla="*/ 439589 w 757515"/>
              <a:gd name="connsiteY15" fmla="*/ 90758 h 692738"/>
              <a:gd name="connsiteX16" fmla="*/ 447209 w 757515"/>
              <a:gd name="connsiteY16" fmla="*/ 67898 h 692738"/>
              <a:gd name="connsiteX17" fmla="*/ 492929 w 757515"/>
              <a:gd name="connsiteY17" fmla="*/ 22178 h 692738"/>
              <a:gd name="connsiteX18" fmla="*/ 538649 w 757515"/>
              <a:gd name="connsiteY18" fmla="*/ 6938 h 692738"/>
              <a:gd name="connsiteX19" fmla="*/ 698669 w 757515"/>
              <a:gd name="connsiteY19" fmla="*/ 29798 h 692738"/>
              <a:gd name="connsiteX20" fmla="*/ 729149 w 757515"/>
              <a:gd name="connsiteY20" fmla="*/ 37418 h 692738"/>
              <a:gd name="connsiteX21" fmla="*/ 752009 w 757515"/>
              <a:gd name="connsiteY21" fmla="*/ 45038 h 692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57515" h="692738">
                <a:moveTo>
                  <a:pt x="20489" y="692738"/>
                </a:moveTo>
                <a:cubicBezTo>
                  <a:pt x="0" y="631270"/>
                  <a:pt x="8040" y="664825"/>
                  <a:pt x="20489" y="540338"/>
                </a:cubicBezTo>
                <a:cubicBezTo>
                  <a:pt x="21288" y="532346"/>
                  <a:pt x="26161" y="525270"/>
                  <a:pt x="28109" y="517478"/>
                </a:cubicBezTo>
                <a:cubicBezTo>
                  <a:pt x="35265" y="488854"/>
                  <a:pt x="32898" y="480904"/>
                  <a:pt x="43349" y="456518"/>
                </a:cubicBezTo>
                <a:cubicBezTo>
                  <a:pt x="47824" y="446077"/>
                  <a:pt x="54370" y="436585"/>
                  <a:pt x="58589" y="426038"/>
                </a:cubicBezTo>
                <a:cubicBezTo>
                  <a:pt x="64555" y="411123"/>
                  <a:pt x="60463" y="389229"/>
                  <a:pt x="73829" y="380318"/>
                </a:cubicBezTo>
                <a:cubicBezTo>
                  <a:pt x="81449" y="375238"/>
                  <a:pt x="89844" y="371162"/>
                  <a:pt x="96689" y="365078"/>
                </a:cubicBezTo>
                <a:cubicBezTo>
                  <a:pt x="112798" y="350759"/>
                  <a:pt x="121962" y="326174"/>
                  <a:pt x="142409" y="319358"/>
                </a:cubicBezTo>
                <a:cubicBezTo>
                  <a:pt x="150029" y="316818"/>
                  <a:pt x="158085" y="315330"/>
                  <a:pt x="165269" y="311738"/>
                </a:cubicBezTo>
                <a:cubicBezTo>
                  <a:pt x="220255" y="284245"/>
                  <a:pt x="151813" y="307976"/>
                  <a:pt x="218609" y="281258"/>
                </a:cubicBezTo>
                <a:cubicBezTo>
                  <a:pt x="233524" y="275292"/>
                  <a:pt x="249089" y="271098"/>
                  <a:pt x="264329" y="266018"/>
                </a:cubicBezTo>
                <a:lnTo>
                  <a:pt x="287189" y="258398"/>
                </a:lnTo>
                <a:cubicBezTo>
                  <a:pt x="294809" y="255858"/>
                  <a:pt x="302026" y="251160"/>
                  <a:pt x="310049" y="250778"/>
                </a:cubicBezTo>
                <a:lnTo>
                  <a:pt x="470069" y="243158"/>
                </a:lnTo>
                <a:cubicBezTo>
                  <a:pt x="462449" y="238078"/>
                  <a:pt x="453685" y="234394"/>
                  <a:pt x="447209" y="227918"/>
                </a:cubicBezTo>
                <a:cubicBezTo>
                  <a:pt x="410151" y="190860"/>
                  <a:pt x="434015" y="140923"/>
                  <a:pt x="439589" y="90758"/>
                </a:cubicBezTo>
                <a:cubicBezTo>
                  <a:pt x="440476" y="82775"/>
                  <a:pt x="442278" y="74238"/>
                  <a:pt x="447209" y="67898"/>
                </a:cubicBezTo>
                <a:cubicBezTo>
                  <a:pt x="460441" y="50885"/>
                  <a:pt x="472482" y="28994"/>
                  <a:pt x="492929" y="22178"/>
                </a:cubicBezTo>
                <a:lnTo>
                  <a:pt x="538649" y="6938"/>
                </a:lnTo>
                <a:cubicBezTo>
                  <a:pt x="757515" y="21529"/>
                  <a:pt x="579476" y="0"/>
                  <a:pt x="698669" y="29798"/>
                </a:cubicBezTo>
                <a:cubicBezTo>
                  <a:pt x="708829" y="32338"/>
                  <a:pt x="719079" y="34541"/>
                  <a:pt x="729149" y="37418"/>
                </a:cubicBezTo>
                <a:cubicBezTo>
                  <a:pt x="736872" y="39625"/>
                  <a:pt x="752009" y="45038"/>
                  <a:pt x="752009" y="45038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500430" y="3500462"/>
            <a:ext cx="981075" cy="18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직사각형 24"/>
          <p:cNvSpPr/>
          <p:nvPr/>
        </p:nvSpPr>
        <p:spPr>
          <a:xfrm>
            <a:off x="4071934" y="2500330"/>
            <a:ext cx="142876" cy="642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/>
          <p:cNvCxnSpPr>
            <a:endCxn id="25" idx="0"/>
          </p:cNvCxnSpPr>
          <p:nvPr/>
        </p:nvCxnSpPr>
        <p:spPr>
          <a:xfrm rot="5400000">
            <a:off x="4000496" y="2071702"/>
            <a:ext cx="571504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286248" y="1785950"/>
            <a:ext cx="5309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JDBC</a:t>
            </a:r>
            <a:endParaRPr lang="ko-KR" altLang="en-US" sz="1100" b="1" dirty="0"/>
          </a:p>
        </p:txBody>
      </p:sp>
      <p:sp>
        <p:nvSpPr>
          <p:cNvPr id="30" name="직사각형 29"/>
          <p:cNvSpPr/>
          <p:nvPr/>
        </p:nvSpPr>
        <p:spPr>
          <a:xfrm>
            <a:off x="3571868" y="2500330"/>
            <a:ext cx="500066" cy="642942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자유형 30"/>
          <p:cNvSpPr/>
          <p:nvPr/>
        </p:nvSpPr>
        <p:spPr>
          <a:xfrm>
            <a:off x="3406140" y="3181372"/>
            <a:ext cx="281940" cy="359027"/>
          </a:xfrm>
          <a:custGeom>
            <a:avLst/>
            <a:gdLst>
              <a:gd name="connsiteX0" fmla="*/ 76200 w 281940"/>
              <a:gd name="connsiteY0" fmla="*/ 350520 h 359027"/>
              <a:gd name="connsiteX1" fmla="*/ 53340 w 281940"/>
              <a:gd name="connsiteY1" fmla="*/ 358140 h 359027"/>
              <a:gd name="connsiteX2" fmla="*/ 7620 w 281940"/>
              <a:gd name="connsiteY2" fmla="*/ 342900 h 359027"/>
              <a:gd name="connsiteX3" fmla="*/ 0 w 281940"/>
              <a:gd name="connsiteY3" fmla="*/ 320040 h 359027"/>
              <a:gd name="connsiteX4" fmla="*/ 7620 w 281940"/>
              <a:gd name="connsiteY4" fmla="*/ 190500 h 359027"/>
              <a:gd name="connsiteX5" fmla="*/ 15240 w 281940"/>
              <a:gd name="connsiteY5" fmla="*/ 167640 h 359027"/>
              <a:gd name="connsiteX6" fmla="*/ 30480 w 281940"/>
              <a:gd name="connsiteY6" fmla="*/ 144780 h 359027"/>
              <a:gd name="connsiteX7" fmla="*/ 144780 w 281940"/>
              <a:gd name="connsiteY7" fmla="*/ 91440 h 359027"/>
              <a:gd name="connsiteX8" fmla="*/ 205740 w 281940"/>
              <a:gd name="connsiteY8" fmla="*/ 68580 h 359027"/>
              <a:gd name="connsiteX9" fmla="*/ 228600 w 281940"/>
              <a:gd name="connsiteY9" fmla="*/ 45720 h 359027"/>
              <a:gd name="connsiteX10" fmla="*/ 251460 w 281940"/>
              <a:gd name="connsiteY10" fmla="*/ 38100 h 359027"/>
              <a:gd name="connsiteX11" fmla="*/ 274320 w 281940"/>
              <a:gd name="connsiteY11" fmla="*/ 7620 h 359027"/>
              <a:gd name="connsiteX12" fmla="*/ 281940 w 281940"/>
              <a:gd name="connsiteY12" fmla="*/ 0 h 359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1940" h="359027">
                <a:moveTo>
                  <a:pt x="76200" y="350520"/>
                </a:moveTo>
                <a:cubicBezTo>
                  <a:pt x="68580" y="353060"/>
                  <a:pt x="61323" y="359027"/>
                  <a:pt x="53340" y="358140"/>
                </a:cubicBezTo>
                <a:cubicBezTo>
                  <a:pt x="37374" y="356366"/>
                  <a:pt x="7620" y="342900"/>
                  <a:pt x="7620" y="342900"/>
                </a:cubicBezTo>
                <a:cubicBezTo>
                  <a:pt x="5080" y="335280"/>
                  <a:pt x="0" y="328072"/>
                  <a:pt x="0" y="320040"/>
                </a:cubicBezTo>
                <a:cubicBezTo>
                  <a:pt x="0" y="276785"/>
                  <a:pt x="3316" y="233540"/>
                  <a:pt x="7620" y="190500"/>
                </a:cubicBezTo>
                <a:cubicBezTo>
                  <a:pt x="8419" y="182508"/>
                  <a:pt x="11648" y="174824"/>
                  <a:pt x="15240" y="167640"/>
                </a:cubicBezTo>
                <a:cubicBezTo>
                  <a:pt x="19336" y="159449"/>
                  <a:pt x="23588" y="150811"/>
                  <a:pt x="30480" y="144780"/>
                </a:cubicBezTo>
                <a:cubicBezTo>
                  <a:pt x="88749" y="93794"/>
                  <a:pt x="68691" y="129485"/>
                  <a:pt x="144780" y="91440"/>
                </a:cubicBezTo>
                <a:cubicBezTo>
                  <a:pt x="184627" y="71516"/>
                  <a:pt x="164240" y="78955"/>
                  <a:pt x="205740" y="68580"/>
                </a:cubicBezTo>
                <a:cubicBezTo>
                  <a:pt x="213360" y="60960"/>
                  <a:pt x="219634" y="51698"/>
                  <a:pt x="228600" y="45720"/>
                </a:cubicBezTo>
                <a:cubicBezTo>
                  <a:pt x="235283" y="41265"/>
                  <a:pt x="245290" y="43242"/>
                  <a:pt x="251460" y="38100"/>
                </a:cubicBezTo>
                <a:cubicBezTo>
                  <a:pt x="261216" y="29970"/>
                  <a:pt x="266386" y="17537"/>
                  <a:pt x="274320" y="7620"/>
                </a:cubicBezTo>
                <a:cubicBezTo>
                  <a:pt x="276564" y="4815"/>
                  <a:pt x="279400" y="2540"/>
                  <a:pt x="28194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3500430" y="2238720"/>
            <a:ext cx="6046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1.O.D </a:t>
            </a:r>
            <a:endParaRPr lang="ko-KR" altLang="en-US" sz="11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1857356" y="1357322"/>
            <a:ext cx="351570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String </a:t>
            </a:r>
            <a:r>
              <a:rPr lang="en-US" altLang="ko-KR" sz="1100" b="1" dirty="0" err="1" smtClean="0"/>
              <a:t>url</a:t>
            </a:r>
            <a:r>
              <a:rPr lang="en-US" altLang="ko-KR" sz="1100" b="1" dirty="0" smtClean="0"/>
              <a:t>=“</a:t>
            </a:r>
            <a:r>
              <a:rPr lang="en-US" altLang="ko-KR" sz="1100" b="1" dirty="0" err="1" smtClean="0"/>
              <a:t>jdbc:oracle:thin</a:t>
            </a:r>
            <a:r>
              <a:rPr lang="en-US" altLang="ko-KR" sz="1100" b="1" dirty="0" smtClean="0"/>
              <a:t>:@localhost:1521:orcl”</a:t>
            </a:r>
          </a:p>
          <a:p>
            <a:r>
              <a:rPr lang="en-US" altLang="ko-KR" sz="1100" b="1" dirty="0" smtClean="0"/>
              <a:t>String id=“</a:t>
            </a:r>
            <a:r>
              <a:rPr lang="en-US" altLang="ko-KR" sz="1100" b="1" dirty="0" err="1" smtClean="0"/>
              <a:t>scott</a:t>
            </a:r>
            <a:r>
              <a:rPr lang="en-US" altLang="ko-KR" sz="1100" b="1" dirty="0" smtClean="0"/>
              <a:t>”;</a:t>
            </a:r>
          </a:p>
          <a:p>
            <a:r>
              <a:rPr lang="en-US" altLang="ko-KR" sz="1100" b="1" dirty="0" smtClean="0"/>
              <a:t>String pass=“tiger”:</a:t>
            </a:r>
            <a:endParaRPr lang="ko-KR" altLang="en-US" sz="1100" b="1" dirty="0"/>
          </a:p>
        </p:txBody>
      </p:sp>
      <p:sp>
        <p:nvSpPr>
          <p:cNvPr id="35" name="직사각형 34"/>
          <p:cNvSpPr/>
          <p:nvPr/>
        </p:nvSpPr>
        <p:spPr>
          <a:xfrm>
            <a:off x="2857488" y="2500330"/>
            <a:ext cx="714380" cy="64294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화살표 연결선 36"/>
          <p:cNvCxnSpPr/>
          <p:nvPr/>
        </p:nvCxnSpPr>
        <p:spPr>
          <a:xfrm>
            <a:off x="2428860" y="1928826"/>
            <a:ext cx="571504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86050" y="2214578"/>
            <a:ext cx="6319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2. D.M</a:t>
            </a:r>
            <a:endParaRPr lang="ko-KR" altLang="en-US" sz="1100" b="1" dirty="0"/>
          </a:p>
        </p:txBody>
      </p:sp>
      <p:sp>
        <p:nvSpPr>
          <p:cNvPr id="40" name="자유형 39"/>
          <p:cNvSpPr/>
          <p:nvPr/>
        </p:nvSpPr>
        <p:spPr>
          <a:xfrm>
            <a:off x="3010891" y="2442232"/>
            <a:ext cx="2742209" cy="236185"/>
          </a:xfrm>
          <a:custGeom>
            <a:avLst/>
            <a:gdLst>
              <a:gd name="connsiteX0" fmla="*/ 29489 w 2742209"/>
              <a:gd name="connsiteY0" fmla="*/ 0 h 236185"/>
              <a:gd name="connsiteX1" fmla="*/ 37109 w 2742209"/>
              <a:gd name="connsiteY1" fmla="*/ 198120 h 236185"/>
              <a:gd name="connsiteX2" fmla="*/ 174269 w 2742209"/>
              <a:gd name="connsiteY2" fmla="*/ 213360 h 236185"/>
              <a:gd name="connsiteX3" fmla="*/ 501929 w 2742209"/>
              <a:gd name="connsiteY3" fmla="*/ 220980 h 236185"/>
              <a:gd name="connsiteX4" fmla="*/ 2742209 w 2742209"/>
              <a:gd name="connsiteY4" fmla="*/ 213360 h 236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2209" h="236185">
                <a:moveTo>
                  <a:pt x="29489" y="0"/>
                </a:moveTo>
                <a:cubicBezTo>
                  <a:pt x="32029" y="66040"/>
                  <a:pt x="0" y="143433"/>
                  <a:pt x="37109" y="198120"/>
                </a:cubicBezTo>
                <a:cubicBezTo>
                  <a:pt x="62939" y="236185"/>
                  <a:pt x="128323" y="211100"/>
                  <a:pt x="174269" y="213360"/>
                </a:cubicBezTo>
                <a:cubicBezTo>
                  <a:pt x="283387" y="218726"/>
                  <a:pt x="392709" y="218440"/>
                  <a:pt x="501929" y="220980"/>
                </a:cubicBezTo>
                <a:lnTo>
                  <a:pt x="2742209" y="213360"/>
                </a:lnTo>
              </a:path>
            </a:pathLst>
          </a:custGeom>
          <a:ln w="12700">
            <a:solidFill>
              <a:schemeClr val="accent6">
                <a:lumMod val="75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5715008" y="2571768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smtClean="0"/>
              <a:t>인증</a:t>
            </a:r>
            <a:endParaRPr lang="ko-KR" altLang="en-US" sz="1100" b="1" dirty="0"/>
          </a:p>
        </p:txBody>
      </p:sp>
      <p:sp>
        <p:nvSpPr>
          <p:cNvPr id="42" name="자유형 41"/>
          <p:cNvSpPr/>
          <p:nvPr/>
        </p:nvSpPr>
        <p:spPr>
          <a:xfrm>
            <a:off x="2743200" y="2701312"/>
            <a:ext cx="3537985" cy="191815"/>
          </a:xfrm>
          <a:custGeom>
            <a:avLst/>
            <a:gdLst>
              <a:gd name="connsiteX0" fmla="*/ 3368040 w 3537985"/>
              <a:gd name="connsiteY0" fmla="*/ 0 h 191815"/>
              <a:gd name="connsiteX1" fmla="*/ 3467100 w 3537985"/>
              <a:gd name="connsiteY1" fmla="*/ 7620 h 191815"/>
              <a:gd name="connsiteX2" fmla="*/ 3482340 w 3537985"/>
              <a:gd name="connsiteY2" fmla="*/ 91440 h 191815"/>
              <a:gd name="connsiteX3" fmla="*/ 3451860 w 3537985"/>
              <a:gd name="connsiteY3" fmla="*/ 99060 h 191815"/>
              <a:gd name="connsiteX4" fmla="*/ 3383280 w 3537985"/>
              <a:gd name="connsiteY4" fmla="*/ 114300 h 191815"/>
              <a:gd name="connsiteX5" fmla="*/ 3360420 w 3537985"/>
              <a:gd name="connsiteY5" fmla="*/ 121920 h 191815"/>
              <a:gd name="connsiteX6" fmla="*/ 2308860 w 3537985"/>
              <a:gd name="connsiteY6" fmla="*/ 129540 h 191815"/>
              <a:gd name="connsiteX7" fmla="*/ 1821180 w 3537985"/>
              <a:gd name="connsiteY7" fmla="*/ 144780 h 191815"/>
              <a:gd name="connsiteX8" fmla="*/ 251460 w 3537985"/>
              <a:gd name="connsiteY8" fmla="*/ 129540 h 191815"/>
              <a:gd name="connsiteX9" fmla="*/ 228600 w 3537985"/>
              <a:gd name="connsiteY9" fmla="*/ 121920 h 191815"/>
              <a:gd name="connsiteX10" fmla="*/ 91440 w 3537985"/>
              <a:gd name="connsiteY10" fmla="*/ 106680 h 191815"/>
              <a:gd name="connsiteX11" fmla="*/ 68580 w 3537985"/>
              <a:gd name="connsiteY11" fmla="*/ 99060 h 191815"/>
              <a:gd name="connsiteX12" fmla="*/ 0 w 3537985"/>
              <a:gd name="connsiteY12" fmla="*/ 91440 h 191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37985" h="191815">
                <a:moveTo>
                  <a:pt x="3368040" y="0"/>
                </a:moveTo>
                <a:cubicBezTo>
                  <a:pt x="3401060" y="2540"/>
                  <a:pt x="3434550" y="1517"/>
                  <a:pt x="3467100" y="7620"/>
                </a:cubicBezTo>
                <a:cubicBezTo>
                  <a:pt x="3507300" y="15157"/>
                  <a:pt x="3495487" y="65146"/>
                  <a:pt x="3482340" y="91440"/>
                </a:cubicBezTo>
                <a:cubicBezTo>
                  <a:pt x="3477656" y="100807"/>
                  <a:pt x="3461930" y="96183"/>
                  <a:pt x="3451860" y="99060"/>
                </a:cubicBezTo>
                <a:cubicBezTo>
                  <a:pt x="3361803" y="124791"/>
                  <a:pt x="3537985" y="79921"/>
                  <a:pt x="3383280" y="114300"/>
                </a:cubicBezTo>
                <a:cubicBezTo>
                  <a:pt x="3375439" y="116042"/>
                  <a:pt x="3368451" y="121806"/>
                  <a:pt x="3360420" y="121920"/>
                </a:cubicBezTo>
                <a:lnTo>
                  <a:pt x="2308860" y="129540"/>
                </a:lnTo>
                <a:cubicBezTo>
                  <a:pt x="2146300" y="134620"/>
                  <a:pt x="1983818" y="144157"/>
                  <a:pt x="1821180" y="144780"/>
                </a:cubicBezTo>
                <a:cubicBezTo>
                  <a:pt x="415154" y="150167"/>
                  <a:pt x="811937" y="191815"/>
                  <a:pt x="251460" y="129540"/>
                </a:cubicBezTo>
                <a:cubicBezTo>
                  <a:pt x="243840" y="127000"/>
                  <a:pt x="236441" y="123662"/>
                  <a:pt x="228600" y="121920"/>
                </a:cubicBezTo>
                <a:cubicBezTo>
                  <a:pt x="183066" y="111801"/>
                  <a:pt x="138184" y="110575"/>
                  <a:pt x="91440" y="106680"/>
                </a:cubicBezTo>
                <a:cubicBezTo>
                  <a:pt x="83820" y="104140"/>
                  <a:pt x="76503" y="100380"/>
                  <a:pt x="68580" y="99060"/>
                </a:cubicBezTo>
                <a:cubicBezTo>
                  <a:pt x="45892" y="95279"/>
                  <a:pt x="0" y="91440"/>
                  <a:pt x="0" y="91440"/>
                </a:cubicBezTo>
              </a:path>
            </a:pathLst>
          </a:custGeom>
          <a:ln w="12700">
            <a:solidFill>
              <a:schemeClr val="accent6">
                <a:lumMod val="75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자유형 42"/>
          <p:cNvSpPr/>
          <p:nvPr/>
        </p:nvSpPr>
        <p:spPr>
          <a:xfrm>
            <a:off x="3025140" y="3181372"/>
            <a:ext cx="1658173" cy="2971800"/>
          </a:xfrm>
          <a:custGeom>
            <a:avLst/>
            <a:gdLst>
              <a:gd name="connsiteX0" fmla="*/ 1120140 w 1658173"/>
              <a:gd name="connsiteY0" fmla="*/ 2971800 h 2971800"/>
              <a:gd name="connsiteX1" fmla="*/ 1219200 w 1658173"/>
              <a:gd name="connsiteY1" fmla="*/ 2964180 h 2971800"/>
              <a:gd name="connsiteX2" fmla="*/ 1242060 w 1658173"/>
              <a:gd name="connsiteY2" fmla="*/ 2948940 h 2971800"/>
              <a:gd name="connsiteX3" fmla="*/ 1310640 w 1658173"/>
              <a:gd name="connsiteY3" fmla="*/ 2910840 h 2971800"/>
              <a:gd name="connsiteX4" fmla="*/ 1348740 w 1658173"/>
              <a:gd name="connsiteY4" fmla="*/ 2887980 h 2971800"/>
              <a:gd name="connsiteX5" fmla="*/ 1417320 w 1658173"/>
              <a:gd name="connsiteY5" fmla="*/ 2819400 h 2971800"/>
              <a:gd name="connsiteX6" fmla="*/ 1463040 w 1658173"/>
              <a:gd name="connsiteY6" fmla="*/ 2781300 h 2971800"/>
              <a:gd name="connsiteX7" fmla="*/ 1478280 w 1658173"/>
              <a:gd name="connsiteY7" fmla="*/ 2758440 h 2971800"/>
              <a:gd name="connsiteX8" fmla="*/ 1501140 w 1658173"/>
              <a:gd name="connsiteY8" fmla="*/ 2727960 h 2971800"/>
              <a:gd name="connsiteX9" fmla="*/ 1508760 w 1658173"/>
              <a:gd name="connsiteY9" fmla="*/ 2697480 h 2971800"/>
              <a:gd name="connsiteX10" fmla="*/ 1531620 w 1658173"/>
              <a:gd name="connsiteY10" fmla="*/ 2667000 h 2971800"/>
              <a:gd name="connsiteX11" fmla="*/ 1562100 w 1658173"/>
              <a:gd name="connsiteY11" fmla="*/ 2606040 h 2971800"/>
              <a:gd name="connsiteX12" fmla="*/ 1577340 w 1658173"/>
              <a:gd name="connsiteY12" fmla="*/ 2552700 h 2971800"/>
              <a:gd name="connsiteX13" fmla="*/ 1592580 w 1658173"/>
              <a:gd name="connsiteY13" fmla="*/ 2514600 h 2971800"/>
              <a:gd name="connsiteX14" fmla="*/ 1600200 w 1658173"/>
              <a:gd name="connsiteY14" fmla="*/ 2476500 h 2971800"/>
              <a:gd name="connsiteX15" fmla="*/ 1615440 w 1658173"/>
              <a:gd name="connsiteY15" fmla="*/ 2438400 h 2971800"/>
              <a:gd name="connsiteX16" fmla="*/ 1630680 w 1658173"/>
              <a:gd name="connsiteY16" fmla="*/ 2354580 h 2971800"/>
              <a:gd name="connsiteX17" fmla="*/ 1645920 w 1658173"/>
              <a:gd name="connsiteY17" fmla="*/ 2324100 h 2971800"/>
              <a:gd name="connsiteX18" fmla="*/ 1653540 w 1658173"/>
              <a:gd name="connsiteY18" fmla="*/ 2240280 h 2971800"/>
              <a:gd name="connsiteX19" fmla="*/ 1638300 w 1658173"/>
              <a:gd name="connsiteY19" fmla="*/ 1798320 h 2971800"/>
              <a:gd name="connsiteX20" fmla="*/ 1615440 w 1658173"/>
              <a:gd name="connsiteY20" fmla="*/ 1714500 h 2971800"/>
              <a:gd name="connsiteX21" fmla="*/ 1600200 w 1658173"/>
              <a:gd name="connsiteY21" fmla="*/ 1661160 h 2971800"/>
              <a:gd name="connsiteX22" fmla="*/ 1592580 w 1658173"/>
              <a:gd name="connsiteY22" fmla="*/ 1630680 h 2971800"/>
              <a:gd name="connsiteX23" fmla="*/ 1577340 w 1658173"/>
              <a:gd name="connsiteY23" fmla="*/ 1584960 h 2971800"/>
              <a:gd name="connsiteX24" fmla="*/ 1569720 w 1658173"/>
              <a:gd name="connsiteY24" fmla="*/ 1554480 h 2971800"/>
              <a:gd name="connsiteX25" fmla="*/ 1554480 w 1658173"/>
              <a:gd name="connsiteY25" fmla="*/ 1516380 h 2971800"/>
              <a:gd name="connsiteX26" fmla="*/ 1546860 w 1658173"/>
              <a:gd name="connsiteY26" fmla="*/ 1478280 h 2971800"/>
              <a:gd name="connsiteX27" fmla="*/ 1531620 w 1658173"/>
              <a:gd name="connsiteY27" fmla="*/ 1447800 h 2971800"/>
              <a:gd name="connsiteX28" fmla="*/ 1516380 w 1658173"/>
              <a:gd name="connsiteY28" fmla="*/ 1402080 h 2971800"/>
              <a:gd name="connsiteX29" fmla="*/ 1508760 w 1658173"/>
              <a:gd name="connsiteY29" fmla="*/ 1379220 h 2971800"/>
              <a:gd name="connsiteX30" fmla="*/ 1501140 w 1658173"/>
              <a:gd name="connsiteY30" fmla="*/ 1356360 h 2971800"/>
              <a:gd name="connsiteX31" fmla="*/ 1463040 w 1658173"/>
              <a:gd name="connsiteY31" fmla="*/ 1303020 h 2971800"/>
              <a:gd name="connsiteX32" fmla="*/ 1440180 w 1658173"/>
              <a:gd name="connsiteY32" fmla="*/ 1257300 h 2971800"/>
              <a:gd name="connsiteX33" fmla="*/ 1379220 w 1658173"/>
              <a:gd name="connsiteY33" fmla="*/ 1234440 h 2971800"/>
              <a:gd name="connsiteX34" fmla="*/ 1356360 w 1658173"/>
              <a:gd name="connsiteY34" fmla="*/ 1219200 h 2971800"/>
              <a:gd name="connsiteX35" fmla="*/ 1272540 w 1658173"/>
              <a:gd name="connsiteY35" fmla="*/ 1196340 h 2971800"/>
              <a:gd name="connsiteX36" fmla="*/ 1226820 w 1658173"/>
              <a:gd name="connsiteY36" fmla="*/ 1181100 h 2971800"/>
              <a:gd name="connsiteX37" fmla="*/ 1173480 w 1658173"/>
              <a:gd name="connsiteY37" fmla="*/ 1165860 h 2971800"/>
              <a:gd name="connsiteX38" fmla="*/ 1135380 w 1658173"/>
              <a:gd name="connsiteY38" fmla="*/ 1150620 h 2971800"/>
              <a:gd name="connsiteX39" fmla="*/ 1082040 w 1658173"/>
              <a:gd name="connsiteY39" fmla="*/ 1143000 h 2971800"/>
              <a:gd name="connsiteX40" fmla="*/ 1059180 w 1658173"/>
              <a:gd name="connsiteY40" fmla="*/ 1135380 h 2971800"/>
              <a:gd name="connsiteX41" fmla="*/ 1028700 w 1658173"/>
              <a:gd name="connsiteY41" fmla="*/ 1127760 h 2971800"/>
              <a:gd name="connsiteX42" fmla="*/ 990600 w 1658173"/>
              <a:gd name="connsiteY42" fmla="*/ 1112520 h 2971800"/>
              <a:gd name="connsiteX43" fmla="*/ 960120 w 1658173"/>
              <a:gd name="connsiteY43" fmla="*/ 1104900 h 2971800"/>
              <a:gd name="connsiteX44" fmla="*/ 937260 w 1658173"/>
              <a:gd name="connsiteY44" fmla="*/ 1097280 h 2971800"/>
              <a:gd name="connsiteX45" fmla="*/ 899160 w 1658173"/>
              <a:gd name="connsiteY45" fmla="*/ 1089660 h 2971800"/>
              <a:gd name="connsiteX46" fmla="*/ 868680 w 1658173"/>
              <a:gd name="connsiteY46" fmla="*/ 1082040 h 2971800"/>
              <a:gd name="connsiteX47" fmla="*/ 777240 w 1658173"/>
              <a:gd name="connsiteY47" fmla="*/ 1043940 h 2971800"/>
              <a:gd name="connsiteX48" fmla="*/ 746760 w 1658173"/>
              <a:gd name="connsiteY48" fmla="*/ 1028700 h 2971800"/>
              <a:gd name="connsiteX49" fmla="*/ 693420 w 1658173"/>
              <a:gd name="connsiteY49" fmla="*/ 1013460 h 2971800"/>
              <a:gd name="connsiteX50" fmla="*/ 647700 w 1658173"/>
              <a:gd name="connsiteY50" fmla="*/ 982980 h 2971800"/>
              <a:gd name="connsiteX51" fmla="*/ 533400 w 1658173"/>
              <a:gd name="connsiteY51" fmla="*/ 952500 h 2971800"/>
              <a:gd name="connsiteX52" fmla="*/ 510540 w 1658173"/>
              <a:gd name="connsiteY52" fmla="*/ 937260 h 2971800"/>
              <a:gd name="connsiteX53" fmla="*/ 480060 w 1658173"/>
              <a:gd name="connsiteY53" fmla="*/ 922020 h 2971800"/>
              <a:gd name="connsiteX54" fmla="*/ 419100 w 1658173"/>
              <a:gd name="connsiteY54" fmla="*/ 883920 h 2971800"/>
              <a:gd name="connsiteX55" fmla="*/ 381000 w 1658173"/>
              <a:gd name="connsiteY55" fmla="*/ 853440 h 2971800"/>
              <a:gd name="connsiteX56" fmla="*/ 335280 w 1658173"/>
              <a:gd name="connsiteY56" fmla="*/ 822960 h 2971800"/>
              <a:gd name="connsiteX57" fmla="*/ 304800 w 1658173"/>
              <a:gd name="connsiteY57" fmla="*/ 792480 h 2971800"/>
              <a:gd name="connsiteX58" fmla="*/ 281940 w 1658173"/>
              <a:gd name="connsiteY58" fmla="*/ 777240 h 2971800"/>
              <a:gd name="connsiteX59" fmla="*/ 259080 w 1658173"/>
              <a:gd name="connsiteY59" fmla="*/ 746760 h 2971800"/>
              <a:gd name="connsiteX60" fmla="*/ 205740 w 1658173"/>
              <a:gd name="connsiteY60" fmla="*/ 678180 h 2971800"/>
              <a:gd name="connsiteX61" fmla="*/ 167640 w 1658173"/>
              <a:gd name="connsiteY61" fmla="*/ 609600 h 2971800"/>
              <a:gd name="connsiteX62" fmla="*/ 129540 w 1658173"/>
              <a:gd name="connsiteY62" fmla="*/ 541020 h 2971800"/>
              <a:gd name="connsiteX63" fmla="*/ 106680 w 1658173"/>
              <a:gd name="connsiteY63" fmla="*/ 480060 h 2971800"/>
              <a:gd name="connsiteX64" fmla="*/ 91440 w 1658173"/>
              <a:gd name="connsiteY64" fmla="*/ 457200 h 2971800"/>
              <a:gd name="connsiteX65" fmla="*/ 60960 w 1658173"/>
              <a:gd name="connsiteY65" fmla="*/ 381000 h 2971800"/>
              <a:gd name="connsiteX66" fmla="*/ 45720 w 1658173"/>
              <a:gd name="connsiteY66" fmla="*/ 350520 h 2971800"/>
              <a:gd name="connsiteX67" fmla="*/ 30480 w 1658173"/>
              <a:gd name="connsiteY67" fmla="*/ 289560 h 2971800"/>
              <a:gd name="connsiteX68" fmla="*/ 15240 w 1658173"/>
              <a:gd name="connsiteY68" fmla="*/ 228600 h 2971800"/>
              <a:gd name="connsiteX69" fmla="*/ 0 w 1658173"/>
              <a:gd name="connsiteY69" fmla="*/ 137160 h 2971800"/>
              <a:gd name="connsiteX70" fmla="*/ 0 w 1658173"/>
              <a:gd name="connsiteY70" fmla="*/ 0 h 297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1658173" h="2971800">
                <a:moveTo>
                  <a:pt x="1120140" y="2971800"/>
                </a:moveTo>
                <a:cubicBezTo>
                  <a:pt x="1153160" y="2969260"/>
                  <a:pt x="1186650" y="2970283"/>
                  <a:pt x="1219200" y="2964180"/>
                </a:cubicBezTo>
                <a:cubicBezTo>
                  <a:pt x="1228201" y="2962492"/>
                  <a:pt x="1233869" y="2953036"/>
                  <a:pt x="1242060" y="2948940"/>
                </a:cubicBezTo>
                <a:cubicBezTo>
                  <a:pt x="1344193" y="2897873"/>
                  <a:pt x="1220712" y="2970792"/>
                  <a:pt x="1310640" y="2910840"/>
                </a:cubicBezTo>
                <a:cubicBezTo>
                  <a:pt x="1322963" y="2902625"/>
                  <a:pt x="1337495" y="2897619"/>
                  <a:pt x="1348740" y="2887980"/>
                </a:cubicBezTo>
                <a:cubicBezTo>
                  <a:pt x="1373286" y="2866941"/>
                  <a:pt x="1390421" y="2837333"/>
                  <a:pt x="1417320" y="2819400"/>
                </a:cubicBezTo>
                <a:cubicBezTo>
                  <a:pt x="1439797" y="2804415"/>
                  <a:pt x="1444705" y="2803302"/>
                  <a:pt x="1463040" y="2781300"/>
                </a:cubicBezTo>
                <a:cubicBezTo>
                  <a:pt x="1468903" y="2774265"/>
                  <a:pt x="1472957" y="2765892"/>
                  <a:pt x="1478280" y="2758440"/>
                </a:cubicBezTo>
                <a:cubicBezTo>
                  <a:pt x="1485662" y="2748106"/>
                  <a:pt x="1493520" y="2738120"/>
                  <a:pt x="1501140" y="2727960"/>
                </a:cubicBezTo>
                <a:cubicBezTo>
                  <a:pt x="1503680" y="2717800"/>
                  <a:pt x="1504076" y="2706847"/>
                  <a:pt x="1508760" y="2697480"/>
                </a:cubicBezTo>
                <a:cubicBezTo>
                  <a:pt x="1514440" y="2686121"/>
                  <a:pt x="1524575" y="2677567"/>
                  <a:pt x="1531620" y="2667000"/>
                </a:cubicBezTo>
                <a:cubicBezTo>
                  <a:pt x="1550692" y="2638393"/>
                  <a:pt x="1554092" y="2634067"/>
                  <a:pt x="1562100" y="2606040"/>
                </a:cubicBezTo>
                <a:cubicBezTo>
                  <a:pt x="1571708" y="2572413"/>
                  <a:pt x="1566378" y="2581932"/>
                  <a:pt x="1577340" y="2552700"/>
                </a:cubicBezTo>
                <a:cubicBezTo>
                  <a:pt x="1582143" y="2539893"/>
                  <a:pt x="1588650" y="2527701"/>
                  <a:pt x="1592580" y="2514600"/>
                </a:cubicBezTo>
                <a:cubicBezTo>
                  <a:pt x="1596302" y="2502195"/>
                  <a:pt x="1596478" y="2488905"/>
                  <a:pt x="1600200" y="2476500"/>
                </a:cubicBezTo>
                <a:cubicBezTo>
                  <a:pt x="1604130" y="2463399"/>
                  <a:pt x="1611115" y="2451376"/>
                  <a:pt x="1615440" y="2438400"/>
                </a:cubicBezTo>
                <a:cubicBezTo>
                  <a:pt x="1635986" y="2376762"/>
                  <a:pt x="1606882" y="2441840"/>
                  <a:pt x="1630680" y="2354580"/>
                </a:cubicBezTo>
                <a:cubicBezTo>
                  <a:pt x="1633669" y="2343621"/>
                  <a:pt x="1640840" y="2334260"/>
                  <a:pt x="1645920" y="2324100"/>
                </a:cubicBezTo>
                <a:cubicBezTo>
                  <a:pt x="1648460" y="2296160"/>
                  <a:pt x="1653540" y="2268335"/>
                  <a:pt x="1653540" y="2240280"/>
                </a:cubicBezTo>
                <a:cubicBezTo>
                  <a:pt x="1653540" y="2131819"/>
                  <a:pt x="1658173" y="1937428"/>
                  <a:pt x="1638300" y="1798320"/>
                </a:cubicBezTo>
                <a:cubicBezTo>
                  <a:pt x="1629514" y="1736815"/>
                  <a:pt x="1632315" y="1781999"/>
                  <a:pt x="1615440" y="1714500"/>
                </a:cubicBezTo>
                <a:cubicBezTo>
                  <a:pt x="1591619" y="1619215"/>
                  <a:pt x="1622064" y="1737682"/>
                  <a:pt x="1600200" y="1661160"/>
                </a:cubicBezTo>
                <a:cubicBezTo>
                  <a:pt x="1597323" y="1651090"/>
                  <a:pt x="1595589" y="1640711"/>
                  <a:pt x="1592580" y="1630680"/>
                </a:cubicBezTo>
                <a:cubicBezTo>
                  <a:pt x="1587964" y="1615293"/>
                  <a:pt x="1581236" y="1600545"/>
                  <a:pt x="1577340" y="1584960"/>
                </a:cubicBezTo>
                <a:cubicBezTo>
                  <a:pt x="1574800" y="1574800"/>
                  <a:pt x="1573032" y="1564415"/>
                  <a:pt x="1569720" y="1554480"/>
                </a:cubicBezTo>
                <a:cubicBezTo>
                  <a:pt x="1565395" y="1541504"/>
                  <a:pt x="1558410" y="1529481"/>
                  <a:pt x="1554480" y="1516380"/>
                </a:cubicBezTo>
                <a:cubicBezTo>
                  <a:pt x="1550758" y="1503975"/>
                  <a:pt x="1550956" y="1490567"/>
                  <a:pt x="1546860" y="1478280"/>
                </a:cubicBezTo>
                <a:cubicBezTo>
                  <a:pt x="1543268" y="1467504"/>
                  <a:pt x="1535839" y="1458347"/>
                  <a:pt x="1531620" y="1447800"/>
                </a:cubicBezTo>
                <a:cubicBezTo>
                  <a:pt x="1525654" y="1432885"/>
                  <a:pt x="1521460" y="1417320"/>
                  <a:pt x="1516380" y="1402080"/>
                </a:cubicBezTo>
                <a:lnTo>
                  <a:pt x="1508760" y="1379220"/>
                </a:lnTo>
                <a:cubicBezTo>
                  <a:pt x="1506220" y="1371600"/>
                  <a:pt x="1505595" y="1363043"/>
                  <a:pt x="1501140" y="1356360"/>
                </a:cubicBezTo>
                <a:cubicBezTo>
                  <a:pt x="1478855" y="1322933"/>
                  <a:pt x="1491395" y="1340826"/>
                  <a:pt x="1463040" y="1303020"/>
                </a:cubicBezTo>
                <a:cubicBezTo>
                  <a:pt x="1457839" y="1287417"/>
                  <a:pt x="1453815" y="1268663"/>
                  <a:pt x="1440180" y="1257300"/>
                </a:cubicBezTo>
                <a:cubicBezTo>
                  <a:pt x="1423103" y="1243069"/>
                  <a:pt x="1399727" y="1239567"/>
                  <a:pt x="1379220" y="1234440"/>
                </a:cubicBezTo>
                <a:cubicBezTo>
                  <a:pt x="1371600" y="1229360"/>
                  <a:pt x="1364729" y="1222919"/>
                  <a:pt x="1356360" y="1219200"/>
                </a:cubicBezTo>
                <a:cubicBezTo>
                  <a:pt x="1307597" y="1197528"/>
                  <a:pt x="1318940" y="1208994"/>
                  <a:pt x="1272540" y="1196340"/>
                </a:cubicBezTo>
                <a:cubicBezTo>
                  <a:pt x="1257042" y="1192113"/>
                  <a:pt x="1242405" y="1184996"/>
                  <a:pt x="1226820" y="1181100"/>
                </a:cubicBezTo>
                <a:cubicBezTo>
                  <a:pt x="1202801" y="1175095"/>
                  <a:pt x="1195344" y="1174059"/>
                  <a:pt x="1173480" y="1165860"/>
                </a:cubicBezTo>
                <a:cubicBezTo>
                  <a:pt x="1160673" y="1161057"/>
                  <a:pt x="1148650" y="1153937"/>
                  <a:pt x="1135380" y="1150620"/>
                </a:cubicBezTo>
                <a:cubicBezTo>
                  <a:pt x="1117956" y="1146264"/>
                  <a:pt x="1099820" y="1145540"/>
                  <a:pt x="1082040" y="1143000"/>
                </a:cubicBezTo>
                <a:cubicBezTo>
                  <a:pt x="1074420" y="1140460"/>
                  <a:pt x="1066903" y="1137587"/>
                  <a:pt x="1059180" y="1135380"/>
                </a:cubicBezTo>
                <a:cubicBezTo>
                  <a:pt x="1049110" y="1132503"/>
                  <a:pt x="1038635" y="1131072"/>
                  <a:pt x="1028700" y="1127760"/>
                </a:cubicBezTo>
                <a:cubicBezTo>
                  <a:pt x="1015724" y="1123435"/>
                  <a:pt x="1003576" y="1116845"/>
                  <a:pt x="990600" y="1112520"/>
                </a:cubicBezTo>
                <a:cubicBezTo>
                  <a:pt x="980665" y="1109208"/>
                  <a:pt x="970190" y="1107777"/>
                  <a:pt x="960120" y="1104900"/>
                </a:cubicBezTo>
                <a:cubicBezTo>
                  <a:pt x="952397" y="1102693"/>
                  <a:pt x="945052" y="1099228"/>
                  <a:pt x="937260" y="1097280"/>
                </a:cubicBezTo>
                <a:cubicBezTo>
                  <a:pt x="924695" y="1094139"/>
                  <a:pt x="911803" y="1092470"/>
                  <a:pt x="899160" y="1089660"/>
                </a:cubicBezTo>
                <a:cubicBezTo>
                  <a:pt x="888937" y="1087388"/>
                  <a:pt x="878840" y="1084580"/>
                  <a:pt x="868680" y="1082040"/>
                </a:cubicBezTo>
                <a:cubicBezTo>
                  <a:pt x="796879" y="1038960"/>
                  <a:pt x="867100" y="1076616"/>
                  <a:pt x="777240" y="1043940"/>
                </a:cubicBezTo>
                <a:cubicBezTo>
                  <a:pt x="766565" y="1040058"/>
                  <a:pt x="757435" y="1032582"/>
                  <a:pt x="746760" y="1028700"/>
                </a:cubicBezTo>
                <a:cubicBezTo>
                  <a:pt x="729382" y="1022381"/>
                  <a:pt x="711200" y="1018540"/>
                  <a:pt x="693420" y="1013460"/>
                </a:cubicBezTo>
                <a:cubicBezTo>
                  <a:pt x="678180" y="1003300"/>
                  <a:pt x="665076" y="988772"/>
                  <a:pt x="647700" y="982980"/>
                </a:cubicBezTo>
                <a:cubicBezTo>
                  <a:pt x="499043" y="933428"/>
                  <a:pt x="646468" y="1015316"/>
                  <a:pt x="533400" y="952500"/>
                </a:cubicBezTo>
                <a:cubicBezTo>
                  <a:pt x="525394" y="948052"/>
                  <a:pt x="518491" y="941804"/>
                  <a:pt x="510540" y="937260"/>
                </a:cubicBezTo>
                <a:cubicBezTo>
                  <a:pt x="500677" y="931624"/>
                  <a:pt x="489990" y="927537"/>
                  <a:pt x="480060" y="922020"/>
                </a:cubicBezTo>
                <a:cubicBezTo>
                  <a:pt x="468996" y="915873"/>
                  <a:pt x="432710" y="894127"/>
                  <a:pt x="419100" y="883920"/>
                </a:cubicBezTo>
                <a:cubicBezTo>
                  <a:pt x="406089" y="874162"/>
                  <a:pt x="394153" y="863006"/>
                  <a:pt x="381000" y="853440"/>
                </a:cubicBezTo>
                <a:cubicBezTo>
                  <a:pt x="366187" y="842667"/>
                  <a:pt x="348232" y="835912"/>
                  <a:pt x="335280" y="822960"/>
                </a:cubicBezTo>
                <a:cubicBezTo>
                  <a:pt x="325120" y="812800"/>
                  <a:pt x="315709" y="801831"/>
                  <a:pt x="304800" y="792480"/>
                </a:cubicBezTo>
                <a:cubicBezTo>
                  <a:pt x="297847" y="786520"/>
                  <a:pt x="288416" y="783716"/>
                  <a:pt x="281940" y="777240"/>
                </a:cubicBezTo>
                <a:cubicBezTo>
                  <a:pt x="272960" y="768260"/>
                  <a:pt x="267345" y="756403"/>
                  <a:pt x="259080" y="746760"/>
                </a:cubicBezTo>
                <a:cubicBezTo>
                  <a:pt x="220763" y="702057"/>
                  <a:pt x="246457" y="747980"/>
                  <a:pt x="205740" y="678180"/>
                </a:cubicBezTo>
                <a:cubicBezTo>
                  <a:pt x="142844" y="570357"/>
                  <a:pt x="211649" y="675614"/>
                  <a:pt x="167640" y="609600"/>
                </a:cubicBezTo>
                <a:cubicBezTo>
                  <a:pt x="153691" y="553806"/>
                  <a:pt x="170264" y="602107"/>
                  <a:pt x="129540" y="541020"/>
                </a:cubicBezTo>
                <a:cubicBezTo>
                  <a:pt x="99064" y="495306"/>
                  <a:pt x="126784" y="526969"/>
                  <a:pt x="106680" y="480060"/>
                </a:cubicBezTo>
                <a:cubicBezTo>
                  <a:pt x="103072" y="471642"/>
                  <a:pt x="95278" y="465515"/>
                  <a:pt x="91440" y="457200"/>
                </a:cubicBezTo>
                <a:cubicBezTo>
                  <a:pt x="79976" y="432361"/>
                  <a:pt x="73194" y="405469"/>
                  <a:pt x="60960" y="381000"/>
                </a:cubicBezTo>
                <a:cubicBezTo>
                  <a:pt x="55880" y="370840"/>
                  <a:pt x="49312" y="361296"/>
                  <a:pt x="45720" y="350520"/>
                </a:cubicBezTo>
                <a:cubicBezTo>
                  <a:pt x="39096" y="330649"/>
                  <a:pt x="35991" y="309767"/>
                  <a:pt x="30480" y="289560"/>
                </a:cubicBezTo>
                <a:cubicBezTo>
                  <a:pt x="16760" y="239254"/>
                  <a:pt x="27667" y="299020"/>
                  <a:pt x="15240" y="228600"/>
                </a:cubicBezTo>
                <a:cubicBezTo>
                  <a:pt x="9870" y="198170"/>
                  <a:pt x="0" y="168060"/>
                  <a:pt x="0" y="137160"/>
                </a:cubicBezTo>
                <a:lnTo>
                  <a:pt x="0" y="0"/>
                </a:lnTo>
              </a:path>
            </a:pathLst>
          </a:cu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2143108" y="2500330"/>
            <a:ext cx="714380" cy="642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2214546" y="2238720"/>
            <a:ext cx="4283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con</a:t>
            </a:r>
            <a:endParaRPr lang="ko-KR" altLang="en-US" sz="1100" b="1" dirty="0"/>
          </a:p>
        </p:txBody>
      </p:sp>
      <p:cxnSp>
        <p:nvCxnSpPr>
          <p:cNvPr id="47" name="직선 화살표 연결선 46"/>
          <p:cNvCxnSpPr>
            <a:endCxn id="3080" idx="1"/>
          </p:cNvCxnSpPr>
          <p:nvPr/>
        </p:nvCxnSpPr>
        <p:spPr>
          <a:xfrm>
            <a:off x="1643042" y="3357562"/>
            <a:ext cx="1857388" cy="2333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26656" y="3214686"/>
            <a:ext cx="2035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드라이버를 인식</a:t>
            </a:r>
            <a:endParaRPr lang="en-US" altLang="ko-KR" sz="1200" dirty="0" smtClean="0"/>
          </a:p>
          <a:p>
            <a:r>
              <a:rPr lang="en-US" altLang="ko-KR" sz="1200" dirty="0" smtClean="0"/>
              <a:t> eclipse : build path </a:t>
            </a:r>
            <a:r>
              <a:rPr lang="ko-KR" altLang="en-US" sz="1200" dirty="0" smtClean="0"/>
              <a:t>설정</a:t>
            </a:r>
            <a:endParaRPr lang="en-US" altLang="ko-KR" sz="1200" dirty="0" smtClean="0"/>
          </a:p>
          <a:p>
            <a:r>
              <a:rPr lang="en-US" altLang="ko-KR" sz="1200" dirty="0" smtClean="0"/>
              <a:t> DOS(CUI) : </a:t>
            </a:r>
            <a:r>
              <a:rPr lang="en-US" altLang="ko-KR" sz="1200" dirty="0" err="1" smtClean="0"/>
              <a:t>classpath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설정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282" y="-71462"/>
            <a:ext cx="689650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*query</a:t>
            </a:r>
            <a:r>
              <a:rPr lang="ko-KR" altLang="en-US" dirty="0" smtClean="0"/>
              <a:t>문 생성객체</a:t>
            </a:r>
            <a:endParaRPr lang="en-US" altLang="ko-KR" dirty="0" smtClean="0"/>
          </a:p>
          <a:p>
            <a:r>
              <a:rPr lang="en-US" altLang="ko-KR" sz="1600" dirty="0" smtClean="0"/>
              <a:t> -Statement, </a:t>
            </a:r>
            <a:r>
              <a:rPr lang="en-US" altLang="ko-KR" sz="1600" dirty="0" err="1" smtClean="0"/>
              <a:t>PreparedStatement</a:t>
            </a:r>
            <a:r>
              <a:rPr lang="en-US" altLang="ko-KR" sz="1600" dirty="0" smtClean="0"/>
              <a:t>,   </a:t>
            </a:r>
            <a:r>
              <a:rPr lang="en-US" altLang="ko-KR" sz="1600" dirty="0" err="1" smtClean="0"/>
              <a:t>CallableStatement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인터페이스를 제공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14356"/>
            <a:ext cx="1762450" cy="3954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2428860" y="642918"/>
            <a:ext cx="7114192" cy="7201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/>
              <a:t>*Statement</a:t>
            </a:r>
          </a:p>
          <a:p>
            <a:r>
              <a:rPr lang="en-US" altLang="ko-KR" sz="1400" dirty="0" smtClean="0"/>
              <a:t> - Connection</a:t>
            </a:r>
            <a:r>
              <a:rPr lang="ko-KR" altLang="en-US" sz="1400" dirty="0" smtClean="0"/>
              <a:t>객체의 </a:t>
            </a:r>
            <a:r>
              <a:rPr lang="en-US" altLang="ko-KR" sz="1400" dirty="0" err="1" smtClean="0"/>
              <a:t>createStatement</a:t>
            </a:r>
            <a:r>
              <a:rPr lang="en-US" altLang="ko-KR" sz="1400" dirty="0" smtClean="0"/>
              <a:t>()</a:t>
            </a:r>
            <a:r>
              <a:rPr lang="ko-KR" altLang="en-US" sz="1400" dirty="0" smtClean="0"/>
              <a:t>를 사용하여 객체를 얻는다</a:t>
            </a:r>
            <a:endParaRPr lang="en-US" altLang="ko-KR" sz="1400" dirty="0" smtClean="0"/>
          </a:p>
          <a:p>
            <a:r>
              <a:rPr lang="en-US" altLang="ko-KR" sz="1400" dirty="0" smtClean="0"/>
              <a:t>    </a:t>
            </a:r>
          </a:p>
          <a:p>
            <a:r>
              <a:rPr lang="en-US" altLang="ko-KR" sz="1400" dirty="0" smtClean="0"/>
              <a:t>   Statement stmt=</a:t>
            </a:r>
            <a:r>
              <a:rPr lang="en-US" altLang="ko-KR" sz="1400" dirty="0" err="1" smtClean="0"/>
              <a:t>con.createStatement</a:t>
            </a:r>
            <a:r>
              <a:rPr lang="en-US" altLang="ko-KR" sz="1400" dirty="0" smtClean="0"/>
              <a:t>(); //</a:t>
            </a:r>
            <a:r>
              <a:rPr lang="ko-KR" altLang="en-US" sz="1400" dirty="0" smtClean="0"/>
              <a:t>쿼리문의 정보가 없음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  -</a:t>
            </a:r>
            <a:r>
              <a:rPr lang="ko-KR" altLang="en-US" sz="1400" dirty="0" smtClean="0"/>
              <a:t>얻어진 객체는 </a:t>
            </a:r>
            <a:r>
              <a:rPr lang="en-US" altLang="ko-KR" sz="1400" dirty="0" smtClean="0"/>
              <a:t>SQL</a:t>
            </a:r>
            <a:r>
              <a:rPr lang="ko-KR" altLang="en-US" sz="1400" dirty="0" smtClean="0"/>
              <a:t>문을 알지 못한다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 -</a:t>
            </a:r>
            <a:r>
              <a:rPr lang="ko-KR" altLang="en-US" sz="1400" dirty="0" err="1" smtClean="0"/>
              <a:t>쿼리문을</a:t>
            </a:r>
            <a:r>
              <a:rPr lang="ko-KR" altLang="en-US" sz="1400" dirty="0" smtClean="0"/>
              <a:t> 실행할 때마다 </a:t>
            </a:r>
            <a:r>
              <a:rPr lang="ko-KR" altLang="en-US" sz="1400" dirty="0" err="1" smtClean="0"/>
              <a:t>쿼리문을</a:t>
            </a:r>
            <a:r>
              <a:rPr lang="ko-KR" altLang="en-US" sz="1400" dirty="0" smtClean="0"/>
              <a:t> 매번 생성하고 실행한다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    </a:t>
            </a:r>
            <a:r>
              <a:rPr lang="en-US" altLang="ko-KR" sz="1400" dirty="0" err="1" smtClean="0"/>
              <a:t>stmt.executeXxx</a:t>
            </a:r>
            <a:r>
              <a:rPr lang="en-US" altLang="ko-KR" sz="1400" dirty="0" smtClean="0"/>
              <a:t>( String </a:t>
            </a:r>
            <a:r>
              <a:rPr lang="en-US" altLang="ko-KR" sz="1400" dirty="0" err="1" smtClean="0"/>
              <a:t>sql</a:t>
            </a:r>
            <a:r>
              <a:rPr lang="en-US" altLang="ko-KR" sz="1400" dirty="0" smtClean="0"/>
              <a:t> ); // </a:t>
            </a:r>
            <a:r>
              <a:rPr lang="ko-KR" altLang="en-US" sz="1400" dirty="0" err="1" smtClean="0"/>
              <a:t>쿼리문은</a:t>
            </a:r>
            <a:r>
              <a:rPr lang="ko-KR" altLang="en-US" sz="1400" dirty="0" smtClean="0"/>
              <a:t> 실행할 때 안다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  -</a:t>
            </a:r>
            <a:r>
              <a:rPr lang="ko-KR" altLang="en-US" sz="1400" dirty="0" smtClean="0"/>
              <a:t>동일 </a:t>
            </a:r>
            <a:r>
              <a:rPr lang="ko-KR" altLang="en-US" sz="1400" dirty="0" err="1" smtClean="0"/>
              <a:t>쿼리문이</a:t>
            </a:r>
            <a:r>
              <a:rPr lang="ko-KR" altLang="en-US" sz="1400" dirty="0" smtClean="0"/>
              <a:t> 반복 실행될 때 효율이 </a:t>
            </a:r>
            <a:r>
              <a:rPr lang="ko-KR" altLang="en-US" sz="1400" dirty="0" err="1" smtClean="0"/>
              <a:t>좋지않다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  -</a:t>
            </a:r>
            <a:r>
              <a:rPr lang="en-US" altLang="ko-KR" sz="1400" dirty="0" err="1" smtClean="0"/>
              <a:t>SQLInjection</a:t>
            </a:r>
            <a:r>
              <a:rPr lang="ko-KR" altLang="en-US" sz="1400" dirty="0" smtClean="0"/>
              <a:t>공격에 취약하다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 smtClean="0"/>
          </a:p>
          <a:p>
            <a:r>
              <a:rPr lang="en-US" altLang="ko-KR" sz="1400" b="1" dirty="0" smtClean="0"/>
              <a:t>*</a:t>
            </a:r>
            <a:r>
              <a:rPr lang="en-US" altLang="ko-KR" sz="1400" b="1" dirty="0" err="1" smtClean="0"/>
              <a:t>PreparedStatement</a:t>
            </a:r>
            <a:endParaRPr lang="en-US" altLang="ko-KR" sz="1400" b="1" dirty="0" smtClean="0"/>
          </a:p>
          <a:p>
            <a:r>
              <a:rPr lang="en-US" altLang="ko-KR" sz="1400" dirty="0" smtClean="0"/>
              <a:t> -Connection</a:t>
            </a:r>
            <a:r>
              <a:rPr lang="ko-KR" altLang="en-US" sz="1400" dirty="0" smtClean="0"/>
              <a:t>객체의 </a:t>
            </a:r>
            <a:r>
              <a:rPr lang="en-US" altLang="ko-KR" sz="1400" dirty="0" err="1" smtClean="0"/>
              <a:t>prepareStatement</a:t>
            </a:r>
            <a:r>
              <a:rPr lang="en-US" altLang="ko-KR" sz="1400" dirty="0" smtClean="0"/>
              <a:t>( String </a:t>
            </a:r>
            <a:r>
              <a:rPr lang="en-US" altLang="ko-KR" sz="1400" dirty="0" err="1" smtClean="0"/>
              <a:t>sql</a:t>
            </a:r>
            <a:r>
              <a:rPr lang="en-US" altLang="ko-KR" sz="1400" dirty="0" smtClean="0"/>
              <a:t> )</a:t>
            </a:r>
            <a:r>
              <a:rPr lang="ko-KR" altLang="en-US" sz="1400" dirty="0" smtClean="0"/>
              <a:t>를 사용하여 객체를 얻는다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 </a:t>
            </a:r>
          </a:p>
          <a:p>
            <a:r>
              <a:rPr lang="en-US" altLang="ko-KR" sz="1400" dirty="0" smtClean="0"/>
              <a:t>   </a:t>
            </a:r>
            <a:r>
              <a:rPr lang="en-US" altLang="ko-KR" sz="1400" dirty="0" err="1" smtClean="0"/>
              <a:t>PreparedStatment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pstmt</a:t>
            </a:r>
            <a:r>
              <a:rPr lang="en-US" altLang="ko-KR" sz="1400" dirty="0" smtClean="0"/>
              <a:t>=</a:t>
            </a:r>
            <a:r>
              <a:rPr lang="en-US" altLang="ko-KR" sz="1400" dirty="0" err="1" smtClean="0"/>
              <a:t>con.prepareStatement</a:t>
            </a:r>
            <a:r>
              <a:rPr lang="en-US" altLang="ko-KR" sz="1400" dirty="0" smtClean="0"/>
              <a:t>( String </a:t>
            </a:r>
            <a:r>
              <a:rPr lang="en-US" altLang="ko-KR" sz="1400" dirty="0" err="1" smtClean="0"/>
              <a:t>sql</a:t>
            </a:r>
            <a:r>
              <a:rPr lang="en-US" altLang="ko-KR" sz="1400" dirty="0" smtClean="0"/>
              <a:t> );// </a:t>
            </a:r>
            <a:r>
              <a:rPr lang="ko-KR" altLang="en-US" sz="1400" dirty="0" smtClean="0"/>
              <a:t>쿼리문의 알고 있다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  -</a:t>
            </a:r>
            <a:r>
              <a:rPr lang="ko-KR" altLang="en-US" sz="1400" dirty="0" smtClean="0"/>
              <a:t>얻어진 객체는 </a:t>
            </a:r>
            <a:r>
              <a:rPr lang="en-US" altLang="ko-KR" sz="1400" dirty="0" smtClean="0"/>
              <a:t>SQL</a:t>
            </a:r>
            <a:r>
              <a:rPr lang="ko-KR" altLang="en-US" sz="1400" dirty="0" smtClean="0"/>
              <a:t>문을 안다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 -</a:t>
            </a:r>
            <a:r>
              <a:rPr lang="ko-KR" altLang="en-US" sz="1400" dirty="0" err="1" smtClean="0"/>
              <a:t>쿼리문은</a:t>
            </a:r>
            <a:r>
              <a:rPr lang="ko-KR" altLang="en-US" sz="1400" dirty="0" smtClean="0"/>
              <a:t> 한번만 생성되고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값은 </a:t>
            </a:r>
            <a:r>
              <a:rPr lang="en-US" altLang="ko-KR" sz="1400" dirty="0" smtClean="0"/>
              <a:t>bind</a:t>
            </a:r>
            <a:r>
              <a:rPr lang="ko-KR" altLang="en-US" sz="1400" dirty="0" smtClean="0"/>
              <a:t>변수</a:t>
            </a:r>
            <a:r>
              <a:rPr lang="en-US" altLang="ko-KR" sz="1400" dirty="0" smtClean="0"/>
              <a:t>(</a:t>
            </a:r>
            <a:r>
              <a:rPr lang="en-US" altLang="ko-KR" sz="1400" b="1" dirty="0" smtClean="0"/>
              <a:t>?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에 넣어 실행한다</a:t>
            </a:r>
            <a:r>
              <a:rPr lang="en-US" altLang="ko-KR" sz="1400" dirty="0" smtClean="0"/>
              <a:t>. </a:t>
            </a:r>
          </a:p>
          <a:p>
            <a:r>
              <a:rPr lang="en-US" altLang="ko-KR" sz="1400" dirty="0" smtClean="0"/>
              <a:t>     </a:t>
            </a:r>
            <a:r>
              <a:rPr lang="en-US" altLang="ko-KR" sz="1400" dirty="0" err="1" smtClean="0"/>
              <a:t>pstmt.executeXxx</a:t>
            </a:r>
            <a:r>
              <a:rPr lang="en-US" altLang="ko-KR" sz="1400" dirty="0" smtClean="0"/>
              <a:t>();</a:t>
            </a:r>
          </a:p>
          <a:p>
            <a:r>
              <a:rPr lang="en-US" altLang="ko-KR" sz="1400" dirty="0" smtClean="0"/>
              <a:t>  -</a:t>
            </a:r>
            <a:r>
              <a:rPr lang="ko-KR" altLang="en-US" sz="1400" dirty="0" smtClean="0"/>
              <a:t>동일 </a:t>
            </a:r>
            <a:r>
              <a:rPr lang="ko-KR" altLang="en-US" sz="1400" dirty="0" err="1" smtClean="0"/>
              <a:t>쿼리문이</a:t>
            </a:r>
            <a:r>
              <a:rPr lang="ko-KR" altLang="en-US" sz="1400" dirty="0" smtClean="0"/>
              <a:t> 반복실행 될 때 효율이 좋다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 -bind</a:t>
            </a:r>
            <a:r>
              <a:rPr lang="ko-KR" altLang="en-US" sz="1400" dirty="0" smtClean="0"/>
              <a:t>변수가 사용</a:t>
            </a:r>
            <a:r>
              <a:rPr lang="en-US" altLang="ko-KR" sz="1400" dirty="0" smtClean="0"/>
              <a:t>( </a:t>
            </a:r>
            <a:r>
              <a:rPr lang="ko-KR" altLang="en-US" sz="1400" dirty="0" smtClean="0"/>
              <a:t>쿼리문과 값을 묶어주는 변수 </a:t>
            </a:r>
            <a:r>
              <a:rPr lang="en-US" altLang="ko-KR" sz="1400" dirty="0" smtClean="0"/>
              <a:t>)</a:t>
            </a:r>
          </a:p>
          <a:p>
            <a:r>
              <a:rPr lang="en-US" altLang="ko-KR" sz="1400" dirty="0" smtClean="0"/>
              <a:t>  -</a:t>
            </a:r>
            <a:r>
              <a:rPr lang="en-US" altLang="ko-KR" sz="1400" dirty="0" err="1" smtClean="0"/>
              <a:t>SQLInjection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공격에 안전하다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 smtClean="0"/>
          </a:p>
          <a:p>
            <a:r>
              <a:rPr lang="en-US" altLang="ko-KR" sz="1400" b="1" dirty="0" smtClean="0"/>
              <a:t>*</a:t>
            </a:r>
            <a:r>
              <a:rPr lang="en-US" altLang="ko-KR" sz="1400" b="1" dirty="0" err="1" smtClean="0"/>
              <a:t>CallableStatement</a:t>
            </a:r>
            <a:endParaRPr lang="en-US" altLang="ko-KR" sz="1400" b="1" dirty="0" smtClean="0"/>
          </a:p>
          <a:p>
            <a:r>
              <a:rPr lang="en-US" altLang="ko-KR" sz="1400" dirty="0" smtClean="0"/>
              <a:t>  -Connection</a:t>
            </a:r>
            <a:r>
              <a:rPr lang="ko-KR" altLang="en-US" sz="1400" dirty="0" smtClean="0"/>
              <a:t>객체의 </a:t>
            </a:r>
            <a:r>
              <a:rPr lang="en-US" altLang="ko-KR" sz="1400" dirty="0" err="1" smtClean="0"/>
              <a:t>prepareCall</a:t>
            </a:r>
            <a:r>
              <a:rPr lang="en-US" altLang="ko-KR" sz="1400" dirty="0" smtClean="0"/>
              <a:t>(String ) </a:t>
            </a:r>
            <a:r>
              <a:rPr lang="ko-KR" altLang="en-US" sz="1400" dirty="0" smtClean="0"/>
              <a:t>를 사용하여 객체를 얻는다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   </a:t>
            </a:r>
            <a:r>
              <a:rPr lang="en-US" altLang="ko-KR" sz="1400" dirty="0" err="1" smtClean="0"/>
              <a:t>CallableStatement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cstmt</a:t>
            </a:r>
            <a:r>
              <a:rPr lang="en-US" altLang="ko-KR" sz="1400" dirty="0" smtClean="0"/>
              <a:t>=</a:t>
            </a:r>
            <a:r>
              <a:rPr lang="en-US" altLang="ko-KR" sz="1400" dirty="0" err="1" smtClean="0"/>
              <a:t>con.prepareCall</a:t>
            </a:r>
            <a:r>
              <a:rPr lang="en-US" altLang="ko-KR" sz="1400" dirty="0" smtClean="0"/>
              <a:t>(String </a:t>
            </a:r>
            <a:r>
              <a:rPr lang="ko-KR" altLang="en-US" sz="1400" dirty="0" err="1" smtClean="0"/>
              <a:t>프로시저명</a:t>
            </a:r>
            <a:r>
              <a:rPr lang="en-US" altLang="ko-KR" sz="1400" dirty="0" smtClean="0"/>
              <a:t>);</a:t>
            </a:r>
          </a:p>
          <a:p>
            <a:r>
              <a:rPr lang="en-US" altLang="ko-KR" sz="1400" dirty="0" smtClean="0"/>
              <a:t>  -Procedure</a:t>
            </a:r>
            <a:r>
              <a:rPr lang="ko-KR" altLang="en-US" sz="1400" dirty="0" smtClean="0"/>
              <a:t>를 실행하기 위한 객체</a:t>
            </a:r>
            <a:endParaRPr lang="en-US" altLang="ko-KR" sz="1400" dirty="0" smtClean="0"/>
          </a:p>
          <a:p>
            <a:r>
              <a:rPr lang="en-US" altLang="ko-KR" sz="1400" dirty="0" smtClean="0"/>
              <a:t>  -bind</a:t>
            </a:r>
            <a:r>
              <a:rPr lang="ko-KR" altLang="en-US" sz="1400" dirty="0" smtClean="0"/>
              <a:t>변수를 사용할 수 있다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 -SQL</a:t>
            </a:r>
            <a:r>
              <a:rPr lang="ko-KR" altLang="en-US" sz="1400" dirty="0" smtClean="0"/>
              <a:t>문은 </a:t>
            </a:r>
            <a:r>
              <a:rPr lang="en-US" altLang="ko-KR" sz="1400" dirty="0" smtClean="0"/>
              <a:t>DB </a:t>
            </a:r>
            <a:r>
              <a:rPr lang="ko-KR" altLang="en-US" sz="1400" dirty="0" smtClean="0"/>
              <a:t>프로시저에 작성하고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자바에서는 프로시저를 호출하여 사용한다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   =&gt; </a:t>
            </a:r>
            <a:r>
              <a:rPr lang="ko-KR" altLang="en-US" sz="1400" dirty="0" smtClean="0"/>
              <a:t>자바 코드와 </a:t>
            </a:r>
            <a:r>
              <a:rPr lang="ko-KR" altLang="en-US" sz="1400" dirty="0" err="1" smtClean="0"/>
              <a:t>쿼리문이</a:t>
            </a:r>
            <a:r>
              <a:rPr lang="ko-KR" altLang="en-US" sz="1400" dirty="0" smtClean="0"/>
              <a:t> 분리될 수 있다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  </a:t>
            </a:r>
          </a:p>
          <a:p>
            <a:endParaRPr lang="en-US" altLang="ko-KR" sz="1400" dirty="0" smtClean="0"/>
          </a:p>
          <a:p>
            <a:endParaRPr lang="ko-KR" altLang="en-US" sz="1400" dirty="0"/>
          </a:p>
        </p:txBody>
      </p:sp>
      <p:sp>
        <p:nvSpPr>
          <p:cNvPr id="5" name="자유형 4"/>
          <p:cNvSpPr/>
          <p:nvPr/>
        </p:nvSpPr>
        <p:spPr>
          <a:xfrm>
            <a:off x="3802380" y="1543048"/>
            <a:ext cx="487680" cy="114300"/>
          </a:xfrm>
          <a:custGeom>
            <a:avLst/>
            <a:gdLst>
              <a:gd name="connsiteX0" fmla="*/ 487680 w 487680"/>
              <a:gd name="connsiteY0" fmla="*/ 53340 h 114300"/>
              <a:gd name="connsiteX1" fmla="*/ 457200 w 487680"/>
              <a:gd name="connsiteY1" fmla="*/ 68580 h 114300"/>
              <a:gd name="connsiteX2" fmla="*/ 434340 w 487680"/>
              <a:gd name="connsiteY2" fmla="*/ 83820 h 114300"/>
              <a:gd name="connsiteX3" fmla="*/ 411480 w 487680"/>
              <a:gd name="connsiteY3" fmla="*/ 91440 h 114300"/>
              <a:gd name="connsiteX4" fmla="*/ 388620 w 487680"/>
              <a:gd name="connsiteY4" fmla="*/ 106680 h 114300"/>
              <a:gd name="connsiteX5" fmla="*/ 350520 w 487680"/>
              <a:gd name="connsiteY5" fmla="*/ 114300 h 114300"/>
              <a:gd name="connsiteX6" fmla="*/ 137160 w 487680"/>
              <a:gd name="connsiteY6" fmla="*/ 106680 h 114300"/>
              <a:gd name="connsiteX7" fmla="*/ 91440 w 487680"/>
              <a:gd name="connsiteY7" fmla="*/ 91440 h 114300"/>
              <a:gd name="connsiteX8" fmla="*/ 68580 w 487680"/>
              <a:gd name="connsiteY8" fmla="*/ 68580 h 114300"/>
              <a:gd name="connsiteX9" fmla="*/ 45720 w 487680"/>
              <a:gd name="connsiteY9" fmla="*/ 53340 h 114300"/>
              <a:gd name="connsiteX10" fmla="*/ 7620 w 487680"/>
              <a:gd name="connsiteY10" fmla="*/ 22860 h 114300"/>
              <a:gd name="connsiteX11" fmla="*/ 0 w 487680"/>
              <a:gd name="connsiteY11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7680" h="114300">
                <a:moveTo>
                  <a:pt x="487680" y="53340"/>
                </a:moveTo>
                <a:cubicBezTo>
                  <a:pt x="477520" y="58420"/>
                  <a:pt x="467063" y="62944"/>
                  <a:pt x="457200" y="68580"/>
                </a:cubicBezTo>
                <a:cubicBezTo>
                  <a:pt x="449249" y="73124"/>
                  <a:pt x="442531" y="79724"/>
                  <a:pt x="434340" y="83820"/>
                </a:cubicBezTo>
                <a:cubicBezTo>
                  <a:pt x="427156" y="87412"/>
                  <a:pt x="418664" y="87848"/>
                  <a:pt x="411480" y="91440"/>
                </a:cubicBezTo>
                <a:cubicBezTo>
                  <a:pt x="403289" y="95536"/>
                  <a:pt x="397195" y="103464"/>
                  <a:pt x="388620" y="106680"/>
                </a:cubicBezTo>
                <a:cubicBezTo>
                  <a:pt x="376493" y="111228"/>
                  <a:pt x="363220" y="111760"/>
                  <a:pt x="350520" y="114300"/>
                </a:cubicBezTo>
                <a:cubicBezTo>
                  <a:pt x="279400" y="111760"/>
                  <a:pt x="208050" y="112935"/>
                  <a:pt x="137160" y="106680"/>
                </a:cubicBezTo>
                <a:cubicBezTo>
                  <a:pt x="121158" y="105268"/>
                  <a:pt x="91440" y="91440"/>
                  <a:pt x="91440" y="91440"/>
                </a:cubicBezTo>
                <a:cubicBezTo>
                  <a:pt x="83820" y="83820"/>
                  <a:pt x="76859" y="75479"/>
                  <a:pt x="68580" y="68580"/>
                </a:cubicBezTo>
                <a:cubicBezTo>
                  <a:pt x="61545" y="62717"/>
                  <a:pt x="52196" y="59816"/>
                  <a:pt x="45720" y="53340"/>
                </a:cubicBezTo>
                <a:cubicBezTo>
                  <a:pt x="11253" y="18873"/>
                  <a:pt x="52124" y="37695"/>
                  <a:pt x="7620" y="22860"/>
                </a:cubicBezTo>
                <a:lnTo>
                  <a:pt x="0" y="0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 5"/>
          <p:cNvSpPr/>
          <p:nvPr/>
        </p:nvSpPr>
        <p:spPr>
          <a:xfrm>
            <a:off x="4450080" y="3920488"/>
            <a:ext cx="518160" cy="83820"/>
          </a:xfrm>
          <a:custGeom>
            <a:avLst/>
            <a:gdLst>
              <a:gd name="connsiteX0" fmla="*/ 518160 w 518160"/>
              <a:gd name="connsiteY0" fmla="*/ 7620 h 83820"/>
              <a:gd name="connsiteX1" fmla="*/ 441960 w 518160"/>
              <a:gd name="connsiteY1" fmla="*/ 45720 h 83820"/>
              <a:gd name="connsiteX2" fmla="*/ 419100 w 518160"/>
              <a:gd name="connsiteY2" fmla="*/ 60960 h 83820"/>
              <a:gd name="connsiteX3" fmla="*/ 381000 w 518160"/>
              <a:gd name="connsiteY3" fmla="*/ 68580 h 83820"/>
              <a:gd name="connsiteX4" fmla="*/ 335280 w 518160"/>
              <a:gd name="connsiteY4" fmla="*/ 83820 h 83820"/>
              <a:gd name="connsiteX5" fmla="*/ 114300 w 518160"/>
              <a:gd name="connsiteY5" fmla="*/ 76200 h 83820"/>
              <a:gd name="connsiteX6" fmla="*/ 68580 w 518160"/>
              <a:gd name="connsiteY6" fmla="*/ 53340 h 83820"/>
              <a:gd name="connsiteX7" fmla="*/ 45720 w 518160"/>
              <a:gd name="connsiteY7" fmla="*/ 45720 h 83820"/>
              <a:gd name="connsiteX8" fmla="*/ 0 w 518160"/>
              <a:gd name="connsiteY8" fmla="*/ 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8160" h="83820">
                <a:moveTo>
                  <a:pt x="518160" y="7620"/>
                </a:moveTo>
                <a:cubicBezTo>
                  <a:pt x="469911" y="19682"/>
                  <a:pt x="496394" y="9431"/>
                  <a:pt x="441960" y="45720"/>
                </a:cubicBezTo>
                <a:cubicBezTo>
                  <a:pt x="434340" y="50800"/>
                  <a:pt x="428080" y="59164"/>
                  <a:pt x="419100" y="60960"/>
                </a:cubicBezTo>
                <a:cubicBezTo>
                  <a:pt x="406400" y="63500"/>
                  <a:pt x="393495" y="65172"/>
                  <a:pt x="381000" y="68580"/>
                </a:cubicBezTo>
                <a:cubicBezTo>
                  <a:pt x="365502" y="72807"/>
                  <a:pt x="335280" y="83820"/>
                  <a:pt x="335280" y="83820"/>
                </a:cubicBezTo>
                <a:cubicBezTo>
                  <a:pt x="261620" y="81280"/>
                  <a:pt x="187860" y="80798"/>
                  <a:pt x="114300" y="76200"/>
                </a:cubicBezTo>
                <a:cubicBezTo>
                  <a:pt x="92411" y="74832"/>
                  <a:pt x="87110" y="62605"/>
                  <a:pt x="68580" y="53340"/>
                </a:cubicBezTo>
                <a:cubicBezTo>
                  <a:pt x="61396" y="49748"/>
                  <a:pt x="53340" y="48260"/>
                  <a:pt x="45720" y="45720"/>
                </a:cubicBezTo>
                <a:lnTo>
                  <a:pt x="0" y="0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20" y="71414"/>
            <a:ext cx="13161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*Statement </a:t>
            </a:r>
            <a:r>
              <a:rPr lang="ko-KR" altLang="en-US" sz="1200" dirty="0" smtClean="0"/>
              <a:t>사용</a:t>
            </a:r>
            <a:endParaRPr lang="en-US" altLang="ko-KR" sz="1200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571472" y="593505"/>
            <a:ext cx="3643338" cy="22145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5715008" y="593505"/>
            <a:ext cx="2928958" cy="22145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643570" y="285728"/>
            <a:ext cx="679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DBMS</a:t>
            </a:r>
            <a:endParaRPr lang="ko-KR" alt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500034" y="307753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JVM</a:t>
            </a:r>
            <a:endParaRPr lang="ko-KR" altLang="en-US" sz="1400" dirty="0"/>
          </a:p>
        </p:txBody>
      </p:sp>
      <p:sp>
        <p:nvSpPr>
          <p:cNvPr id="7" name="원통 6"/>
          <p:cNvSpPr/>
          <p:nvPr/>
        </p:nvSpPr>
        <p:spPr>
          <a:xfrm>
            <a:off x="5929322" y="1236447"/>
            <a:ext cx="1214446" cy="85725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원통 7"/>
          <p:cNvSpPr/>
          <p:nvPr/>
        </p:nvSpPr>
        <p:spPr>
          <a:xfrm>
            <a:off x="7643834" y="1236447"/>
            <a:ext cx="1000132" cy="85725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72198" y="950695"/>
            <a:ext cx="1280212" cy="566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직사각형 10"/>
          <p:cNvSpPr/>
          <p:nvPr/>
        </p:nvSpPr>
        <p:spPr>
          <a:xfrm>
            <a:off x="5643570" y="2022265"/>
            <a:ext cx="142876" cy="642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417643" y="1760655"/>
            <a:ext cx="5116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1521</a:t>
            </a:r>
            <a:endParaRPr lang="ko-KR" altLang="en-US" sz="1100" b="1" dirty="0"/>
          </a:p>
        </p:txBody>
      </p:sp>
      <p:sp>
        <p:nvSpPr>
          <p:cNvPr id="13" name="직사각형 12"/>
          <p:cNvSpPr/>
          <p:nvPr/>
        </p:nvSpPr>
        <p:spPr>
          <a:xfrm>
            <a:off x="4071934" y="2022265"/>
            <a:ext cx="142876" cy="642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/>
          <p:cNvCxnSpPr>
            <a:endCxn id="13" idx="0"/>
          </p:cNvCxnSpPr>
          <p:nvPr/>
        </p:nvCxnSpPr>
        <p:spPr>
          <a:xfrm rot="5400000">
            <a:off x="4000496" y="1593637"/>
            <a:ext cx="571504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86248" y="1307885"/>
            <a:ext cx="5309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JDBC</a:t>
            </a:r>
            <a:endParaRPr lang="ko-KR" altLang="en-US" sz="1100" b="1" dirty="0"/>
          </a:p>
        </p:txBody>
      </p:sp>
      <p:sp>
        <p:nvSpPr>
          <p:cNvPr id="16" name="직사각형 15"/>
          <p:cNvSpPr/>
          <p:nvPr/>
        </p:nvSpPr>
        <p:spPr>
          <a:xfrm>
            <a:off x="3571868" y="2022265"/>
            <a:ext cx="500066" cy="642942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3500430" y="1760655"/>
            <a:ext cx="6046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1.O.D </a:t>
            </a:r>
            <a:endParaRPr lang="ko-KR" altLang="en-US" sz="11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2127864" y="857232"/>
            <a:ext cx="351570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String </a:t>
            </a:r>
            <a:r>
              <a:rPr lang="en-US" altLang="ko-KR" sz="1100" b="1" dirty="0" err="1" smtClean="0"/>
              <a:t>url</a:t>
            </a:r>
            <a:r>
              <a:rPr lang="en-US" altLang="ko-KR" sz="1100" b="1" dirty="0" smtClean="0"/>
              <a:t>=“</a:t>
            </a:r>
            <a:r>
              <a:rPr lang="en-US" altLang="ko-KR" sz="1100" b="1" dirty="0" err="1" smtClean="0"/>
              <a:t>jdbc:oracle:thin</a:t>
            </a:r>
            <a:r>
              <a:rPr lang="en-US" altLang="ko-KR" sz="1100" b="1" dirty="0" smtClean="0"/>
              <a:t>:@localhost:1521:orcl”</a:t>
            </a:r>
          </a:p>
          <a:p>
            <a:r>
              <a:rPr lang="en-US" altLang="ko-KR" sz="1100" b="1" dirty="0" smtClean="0"/>
              <a:t>String id=“</a:t>
            </a:r>
            <a:r>
              <a:rPr lang="en-US" altLang="ko-KR" sz="1100" b="1" dirty="0" err="1" smtClean="0"/>
              <a:t>scott</a:t>
            </a:r>
            <a:r>
              <a:rPr lang="en-US" altLang="ko-KR" sz="1100" b="1" dirty="0" smtClean="0"/>
              <a:t>”;</a:t>
            </a:r>
          </a:p>
          <a:p>
            <a:r>
              <a:rPr lang="en-US" altLang="ko-KR" sz="1100" b="1" dirty="0" smtClean="0"/>
              <a:t>String pass=“tiger”:</a:t>
            </a:r>
            <a:endParaRPr lang="ko-KR" altLang="en-US" sz="1100" b="1" dirty="0"/>
          </a:p>
        </p:txBody>
      </p:sp>
      <p:sp>
        <p:nvSpPr>
          <p:cNvPr id="19" name="직사각형 18"/>
          <p:cNvSpPr/>
          <p:nvPr/>
        </p:nvSpPr>
        <p:spPr>
          <a:xfrm>
            <a:off x="2857488" y="2022265"/>
            <a:ext cx="714380" cy="64294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/>
          <p:cNvCxnSpPr/>
          <p:nvPr/>
        </p:nvCxnSpPr>
        <p:spPr>
          <a:xfrm rot="16200000" flipH="1">
            <a:off x="2560724" y="1511186"/>
            <a:ext cx="522091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86050" y="1736513"/>
            <a:ext cx="6319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2. D.M</a:t>
            </a:r>
            <a:endParaRPr lang="ko-KR" altLang="en-US" sz="1100" b="1" dirty="0"/>
          </a:p>
        </p:txBody>
      </p:sp>
      <p:sp>
        <p:nvSpPr>
          <p:cNvPr id="22" name="자유형 21"/>
          <p:cNvSpPr/>
          <p:nvPr/>
        </p:nvSpPr>
        <p:spPr>
          <a:xfrm>
            <a:off x="3010891" y="1964167"/>
            <a:ext cx="2742209" cy="236185"/>
          </a:xfrm>
          <a:custGeom>
            <a:avLst/>
            <a:gdLst>
              <a:gd name="connsiteX0" fmla="*/ 29489 w 2742209"/>
              <a:gd name="connsiteY0" fmla="*/ 0 h 236185"/>
              <a:gd name="connsiteX1" fmla="*/ 37109 w 2742209"/>
              <a:gd name="connsiteY1" fmla="*/ 198120 h 236185"/>
              <a:gd name="connsiteX2" fmla="*/ 174269 w 2742209"/>
              <a:gd name="connsiteY2" fmla="*/ 213360 h 236185"/>
              <a:gd name="connsiteX3" fmla="*/ 501929 w 2742209"/>
              <a:gd name="connsiteY3" fmla="*/ 220980 h 236185"/>
              <a:gd name="connsiteX4" fmla="*/ 2742209 w 2742209"/>
              <a:gd name="connsiteY4" fmla="*/ 213360 h 236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2209" h="236185">
                <a:moveTo>
                  <a:pt x="29489" y="0"/>
                </a:moveTo>
                <a:cubicBezTo>
                  <a:pt x="32029" y="66040"/>
                  <a:pt x="0" y="143433"/>
                  <a:pt x="37109" y="198120"/>
                </a:cubicBezTo>
                <a:cubicBezTo>
                  <a:pt x="62939" y="236185"/>
                  <a:pt x="128323" y="211100"/>
                  <a:pt x="174269" y="213360"/>
                </a:cubicBezTo>
                <a:cubicBezTo>
                  <a:pt x="283387" y="218726"/>
                  <a:pt x="392709" y="218440"/>
                  <a:pt x="501929" y="220980"/>
                </a:cubicBezTo>
                <a:lnTo>
                  <a:pt x="2742209" y="213360"/>
                </a:lnTo>
              </a:path>
            </a:pathLst>
          </a:custGeom>
          <a:ln w="12700">
            <a:solidFill>
              <a:schemeClr val="accent6">
                <a:lumMod val="75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5715008" y="2093703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smtClean="0"/>
              <a:t>인증</a:t>
            </a:r>
            <a:endParaRPr lang="ko-KR" altLang="en-US" sz="1100" b="1" dirty="0"/>
          </a:p>
        </p:txBody>
      </p:sp>
      <p:sp>
        <p:nvSpPr>
          <p:cNvPr id="24" name="자유형 23"/>
          <p:cNvSpPr/>
          <p:nvPr/>
        </p:nvSpPr>
        <p:spPr>
          <a:xfrm>
            <a:off x="2571736" y="2223247"/>
            <a:ext cx="3709449" cy="191815"/>
          </a:xfrm>
          <a:custGeom>
            <a:avLst/>
            <a:gdLst>
              <a:gd name="connsiteX0" fmla="*/ 3368040 w 3537985"/>
              <a:gd name="connsiteY0" fmla="*/ 0 h 191815"/>
              <a:gd name="connsiteX1" fmla="*/ 3467100 w 3537985"/>
              <a:gd name="connsiteY1" fmla="*/ 7620 h 191815"/>
              <a:gd name="connsiteX2" fmla="*/ 3482340 w 3537985"/>
              <a:gd name="connsiteY2" fmla="*/ 91440 h 191815"/>
              <a:gd name="connsiteX3" fmla="*/ 3451860 w 3537985"/>
              <a:gd name="connsiteY3" fmla="*/ 99060 h 191815"/>
              <a:gd name="connsiteX4" fmla="*/ 3383280 w 3537985"/>
              <a:gd name="connsiteY4" fmla="*/ 114300 h 191815"/>
              <a:gd name="connsiteX5" fmla="*/ 3360420 w 3537985"/>
              <a:gd name="connsiteY5" fmla="*/ 121920 h 191815"/>
              <a:gd name="connsiteX6" fmla="*/ 2308860 w 3537985"/>
              <a:gd name="connsiteY6" fmla="*/ 129540 h 191815"/>
              <a:gd name="connsiteX7" fmla="*/ 1821180 w 3537985"/>
              <a:gd name="connsiteY7" fmla="*/ 144780 h 191815"/>
              <a:gd name="connsiteX8" fmla="*/ 251460 w 3537985"/>
              <a:gd name="connsiteY8" fmla="*/ 129540 h 191815"/>
              <a:gd name="connsiteX9" fmla="*/ 228600 w 3537985"/>
              <a:gd name="connsiteY9" fmla="*/ 121920 h 191815"/>
              <a:gd name="connsiteX10" fmla="*/ 91440 w 3537985"/>
              <a:gd name="connsiteY10" fmla="*/ 106680 h 191815"/>
              <a:gd name="connsiteX11" fmla="*/ 68580 w 3537985"/>
              <a:gd name="connsiteY11" fmla="*/ 99060 h 191815"/>
              <a:gd name="connsiteX12" fmla="*/ 0 w 3537985"/>
              <a:gd name="connsiteY12" fmla="*/ 91440 h 191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37985" h="191815">
                <a:moveTo>
                  <a:pt x="3368040" y="0"/>
                </a:moveTo>
                <a:cubicBezTo>
                  <a:pt x="3401060" y="2540"/>
                  <a:pt x="3434550" y="1517"/>
                  <a:pt x="3467100" y="7620"/>
                </a:cubicBezTo>
                <a:cubicBezTo>
                  <a:pt x="3507300" y="15157"/>
                  <a:pt x="3495487" y="65146"/>
                  <a:pt x="3482340" y="91440"/>
                </a:cubicBezTo>
                <a:cubicBezTo>
                  <a:pt x="3477656" y="100807"/>
                  <a:pt x="3461930" y="96183"/>
                  <a:pt x="3451860" y="99060"/>
                </a:cubicBezTo>
                <a:cubicBezTo>
                  <a:pt x="3361803" y="124791"/>
                  <a:pt x="3537985" y="79921"/>
                  <a:pt x="3383280" y="114300"/>
                </a:cubicBezTo>
                <a:cubicBezTo>
                  <a:pt x="3375439" y="116042"/>
                  <a:pt x="3368451" y="121806"/>
                  <a:pt x="3360420" y="121920"/>
                </a:cubicBezTo>
                <a:lnTo>
                  <a:pt x="2308860" y="129540"/>
                </a:lnTo>
                <a:cubicBezTo>
                  <a:pt x="2146300" y="134620"/>
                  <a:pt x="1983818" y="144157"/>
                  <a:pt x="1821180" y="144780"/>
                </a:cubicBezTo>
                <a:cubicBezTo>
                  <a:pt x="415154" y="150167"/>
                  <a:pt x="811937" y="191815"/>
                  <a:pt x="251460" y="129540"/>
                </a:cubicBezTo>
                <a:cubicBezTo>
                  <a:pt x="243840" y="127000"/>
                  <a:pt x="236441" y="123662"/>
                  <a:pt x="228600" y="121920"/>
                </a:cubicBezTo>
                <a:cubicBezTo>
                  <a:pt x="183066" y="111801"/>
                  <a:pt x="138184" y="110575"/>
                  <a:pt x="91440" y="106680"/>
                </a:cubicBezTo>
                <a:cubicBezTo>
                  <a:pt x="83820" y="104140"/>
                  <a:pt x="76503" y="100380"/>
                  <a:pt x="68580" y="99060"/>
                </a:cubicBezTo>
                <a:cubicBezTo>
                  <a:pt x="45892" y="95279"/>
                  <a:pt x="0" y="91440"/>
                  <a:pt x="0" y="91440"/>
                </a:cubicBezTo>
              </a:path>
            </a:pathLst>
          </a:custGeom>
          <a:ln w="12700">
            <a:solidFill>
              <a:schemeClr val="accent6">
                <a:lumMod val="75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2143108" y="2022265"/>
            <a:ext cx="714380" cy="642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2214546" y="1760655"/>
            <a:ext cx="4283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con</a:t>
            </a:r>
            <a:endParaRPr lang="ko-KR" altLang="en-US" sz="11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428596" y="3357562"/>
            <a:ext cx="8222700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3. </a:t>
            </a:r>
            <a:r>
              <a:rPr lang="ko-KR" altLang="en-US" sz="1400" dirty="0" err="1" smtClean="0"/>
              <a:t>쿼리문</a:t>
            </a:r>
            <a:r>
              <a:rPr lang="ko-KR" altLang="en-US" sz="1400" dirty="0" smtClean="0"/>
              <a:t> 생성객체 얻는다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 Statement stmt=</a:t>
            </a:r>
            <a:r>
              <a:rPr lang="en-US" altLang="ko-KR" sz="1400" dirty="0" err="1" smtClean="0"/>
              <a:t>con.createStatement</a:t>
            </a:r>
            <a:r>
              <a:rPr lang="en-US" altLang="ko-KR" sz="1400" dirty="0" smtClean="0"/>
              <a:t>();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4.</a:t>
            </a:r>
            <a:r>
              <a:rPr lang="ko-KR" altLang="en-US" sz="1400" dirty="0" err="1" smtClean="0"/>
              <a:t>쿼리문</a:t>
            </a:r>
            <a:r>
              <a:rPr lang="ko-KR" altLang="en-US" sz="1400" dirty="0" smtClean="0"/>
              <a:t> 수행 후 결과 얻기</a:t>
            </a:r>
            <a:endParaRPr lang="en-US" altLang="ko-KR" sz="1400" dirty="0" smtClean="0"/>
          </a:p>
          <a:p>
            <a:r>
              <a:rPr lang="en-US" altLang="ko-KR" sz="1400" dirty="0" smtClean="0"/>
              <a:t>   -</a:t>
            </a:r>
            <a:r>
              <a:rPr lang="ko-KR" altLang="en-US" sz="1400" dirty="0" smtClean="0"/>
              <a:t>값과 </a:t>
            </a:r>
            <a:r>
              <a:rPr lang="ko-KR" altLang="en-US" sz="1400" dirty="0" err="1" smtClean="0"/>
              <a:t>쿼리문이</a:t>
            </a:r>
            <a:r>
              <a:rPr lang="ko-KR" altLang="en-US" sz="1400" dirty="0" smtClean="0"/>
              <a:t> 합쳐진다</a:t>
            </a:r>
            <a:r>
              <a:rPr lang="en-US" altLang="ko-KR" sz="1400" dirty="0" smtClean="0"/>
              <a:t>. ‘</a:t>
            </a:r>
            <a:r>
              <a:rPr lang="ko-KR" altLang="en-US" sz="1400" dirty="0" smtClean="0"/>
              <a:t>처리가 불편하다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 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deptno</a:t>
            </a:r>
            <a:r>
              <a:rPr lang="en-US" altLang="ko-KR" sz="1400" dirty="0" smtClean="0"/>
              <a:t>=50;</a:t>
            </a:r>
          </a:p>
          <a:p>
            <a:r>
              <a:rPr lang="en-US" altLang="ko-KR" sz="1400" dirty="0" smtClean="0"/>
              <a:t>  String </a:t>
            </a:r>
            <a:r>
              <a:rPr lang="en-US" altLang="ko-KR" sz="1400" dirty="0" err="1" smtClean="0"/>
              <a:t>dname</a:t>
            </a:r>
            <a:r>
              <a:rPr lang="en-US" altLang="ko-KR" sz="1400" dirty="0" smtClean="0"/>
              <a:t>=“</a:t>
            </a:r>
            <a:r>
              <a:rPr lang="ko-KR" altLang="en-US" sz="1400" dirty="0" smtClean="0"/>
              <a:t>개발</a:t>
            </a:r>
            <a:r>
              <a:rPr lang="en-US" altLang="ko-KR" sz="1400" dirty="0" smtClean="0"/>
              <a:t>”;</a:t>
            </a:r>
          </a:p>
          <a:p>
            <a:r>
              <a:rPr lang="en-US" altLang="ko-KR" sz="1400" dirty="0" smtClean="0"/>
              <a:t>  String loc=“</a:t>
            </a:r>
            <a:r>
              <a:rPr lang="ko-KR" altLang="en-US" sz="1400" dirty="0" smtClean="0"/>
              <a:t>서울</a:t>
            </a:r>
            <a:r>
              <a:rPr lang="en-US" altLang="ko-KR" sz="1400" dirty="0" smtClean="0"/>
              <a:t>”;</a:t>
            </a:r>
          </a:p>
          <a:p>
            <a:r>
              <a:rPr lang="en-US" altLang="ko-KR" sz="1400" dirty="0" smtClean="0"/>
              <a:t> </a:t>
            </a:r>
          </a:p>
          <a:p>
            <a:r>
              <a:rPr lang="en-US" altLang="ko-KR" sz="1400" dirty="0" smtClean="0"/>
              <a:t>  String </a:t>
            </a:r>
            <a:r>
              <a:rPr lang="en-US" altLang="ko-KR" sz="1400" dirty="0" err="1" smtClean="0"/>
              <a:t>sql</a:t>
            </a:r>
            <a:r>
              <a:rPr lang="en-US" altLang="ko-KR" sz="1400" dirty="0" smtClean="0"/>
              <a:t>=</a:t>
            </a:r>
            <a:r>
              <a:rPr lang="en-US" altLang="ko-KR" sz="1400" b="1" dirty="0" smtClean="0"/>
              <a:t>“</a:t>
            </a:r>
            <a:r>
              <a:rPr lang="en-US" altLang="ko-KR" sz="1400" dirty="0" smtClean="0"/>
              <a:t>insert into </a:t>
            </a:r>
            <a:r>
              <a:rPr lang="en-US" altLang="ko-KR" sz="1400" dirty="0" err="1" smtClean="0"/>
              <a:t>cp_dept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deptno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dname</a:t>
            </a:r>
            <a:r>
              <a:rPr lang="en-US" altLang="ko-KR" sz="1400" dirty="0" smtClean="0"/>
              <a:t>, loc) values(</a:t>
            </a:r>
            <a:r>
              <a:rPr lang="en-US" altLang="ko-KR" sz="1400" b="1" dirty="0" smtClean="0"/>
              <a:t>“</a:t>
            </a:r>
            <a:r>
              <a:rPr lang="en-US" altLang="ko-KR" sz="1400" dirty="0" smtClean="0"/>
              <a:t>+</a:t>
            </a:r>
            <a:r>
              <a:rPr lang="en-US" altLang="ko-KR" sz="1400" dirty="0" err="1" smtClean="0"/>
              <a:t>deptno</a:t>
            </a:r>
            <a:r>
              <a:rPr lang="en-US" altLang="ko-KR" sz="1400" dirty="0" smtClean="0"/>
              <a:t>+</a:t>
            </a:r>
            <a:r>
              <a:rPr lang="en-US" altLang="ko-KR" sz="1400" b="1" dirty="0" smtClean="0"/>
              <a:t>”</a:t>
            </a:r>
            <a:r>
              <a:rPr lang="en-US" altLang="ko-KR" sz="1400" dirty="0" smtClean="0"/>
              <a:t>,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’</a:t>
            </a:r>
            <a:r>
              <a:rPr lang="en-US" altLang="ko-KR" sz="1400" b="1" dirty="0" smtClean="0"/>
              <a:t>”</a:t>
            </a:r>
            <a:r>
              <a:rPr lang="en-US" altLang="ko-KR" sz="1400" dirty="0" smtClean="0"/>
              <a:t>+</a:t>
            </a:r>
            <a:r>
              <a:rPr lang="en-US" altLang="ko-KR" sz="1400" dirty="0" err="1" smtClean="0"/>
              <a:t>dname</a:t>
            </a:r>
            <a:r>
              <a:rPr lang="en-US" altLang="ko-KR" sz="1400" dirty="0" smtClean="0"/>
              <a:t>+</a:t>
            </a:r>
            <a:r>
              <a:rPr lang="en-US" altLang="ko-KR" sz="1400" b="1" dirty="0" smtClean="0"/>
              <a:t>”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’</a:t>
            </a:r>
            <a:r>
              <a:rPr lang="en-US" altLang="ko-KR" sz="1400" b="1" dirty="0" smtClean="0"/>
              <a:t>,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’</a:t>
            </a:r>
            <a:r>
              <a:rPr lang="en-US" altLang="ko-KR" sz="1400" b="1" dirty="0" smtClean="0"/>
              <a:t>”</a:t>
            </a:r>
            <a:r>
              <a:rPr lang="en-US" altLang="ko-KR" sz="1400" dirty="0" smtClean="0"/>
              <a:t>+loc+</a:t>
            </a:r>
            <a:r>
              <a:rPr lang="en-US" altLang="ko-KR" sz="1400" b="1" dirty="0" smtClean="0"/>
              <a:t>”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’</a:t>
            </a:r>
            <a:r>
              <a:rPr lang="en-US" altLang="ko-KR" sz="1400" dirty="0" smtClean="0"/>
              <a:t>)</a:t>
            </a:r>
            <a:r>
              <a:rPr lang="en-US" altLang="ko-KR" sz="1400" b="1" dirty="0" smtClean="0"/>
              <a:t>”</a:t>
            </a:r>
            <a:r>
              <a:rPr lang="en-US" altLang="ko-KR" sz="1400" dirty="0" smtClean="0"/>
              <a:t>;</a:t>
            </a:r>
          </a:p>
          <a:p>
            <a:r>
              <a:rPr lang="en-US" altLang="ko-KR" sz="1400" dirty="0" smtClean="0"/>
              <a:t> 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rowCnt</a:t>
            </a:r>
            <a:r>
              <a:rPr lang="en-US" altLang="ko-KR" sz="1400" dirty="0" smtClean="0"/>
              <a:t>=</a:t>
            </a:r>
            <a:r>
              <a:rPr lang="en-US" altLang="ko-KR" sz="1400" dirty="0" err="1" smtClean="0"/>
              <a:t>stmt.executeUpdate</a:t>
            </a:r>
            <a:r>
              <a:rPr lang="en-US" altLang="ko-KR" sz="1400" dirty="0" smtClean="0"/>
              <a:t>( </a:t>
            </a:r>
            <a:r>
              <a:rPr lang="en-US" altLang="ko-KR" sz="1400" dirty="0" err="1" smtClean="0"/>
              <a:t>sql</a:t>
            </a:r>
            <a:r>
              <a:rPr lang="en-US" altLang="ko-KR" sz="1400" dirty="0" smtClean="0"/>
              <a:t> );</a:t>
            </a:r>
          </a:p>
          <a:p>
            <a:r>
              <a:rPr lang="en-US" altLang="ko-KR" sz="1400" dirty="0" smtClean="0"/>
              <a:t>   </a:t>
            </a:r>
          </a:p>
          <a:p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boolean</a:t>
            </a:r>
            <a:r>
              <a:rPr lang="en-US" altLang="ko-KR" sz="1400" dirty="0" smtClean="0"/>
              <a:t> flag=</a:t>
            </a:r>
            <a:r>
              <a:rPr lang="en-US" altLang="ko-KR" sz="1400" dirty="0" err="1" smtClean="0"/>
              <a:t>stmt.execute</a:t>
            </a:r>
            <a:r>
              <a:rPr lang="en-US" altLang="ko-KR" sz="1400" dirty="0" smtClean="0"/>
              <a:t>( </a:t>
            </a:r>
            <a:r>
              <a:rPr lang="ko-KR" altLang="en-US" sz="1400" dirty="0" err="1" smtClean="0"/>
              <a:t>쿼리문</a:t>
            </a:r>
            <a:r>
              <a:rPr lang="en-US" altLang="ko-KR" sz="1400" dirty="0" smtClean="0"/>
              <a:t>);</a:t>
            </a:r>
          </a:p>
          <a:p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 </a:t>
            </a:r>
            <a:r>
              <a:rPr lang="en-US" altLang="ko-KR" sz="1400" dirty="0" err="1" smtClean="0"/>
              <a:t>cnt</a:t>
            </a:r>
            <a:r>
              <a:rPr lang="en-US" altLang="ko-KR" sz="1400" dirty="0" smtClean="0"/>
              <a:t>=</a:t>
            </a:r>
            <a:r>
              <a:rPr lang="en-US" altLang="ko-KR" sz="1400" dirty="0" err="1" smtClean="0"/>
              <a:t>stmt.executeUpdate</a:t>
            </a:r>
            <a:r>
              <a:rPr lang="en-US" altLang="ko-KR" sz="1400" dirty="0" smtClean="0"/>
              <a:t>( </a:t>
            </a:r>
            <a:r>
              <a:rPr lang="ko-KR" altLang="en-US" sz="1400" dirty="0" err="1" smtClean="0"/>
              <a:t>쿼리문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);</a:t>
            </a:r>
          </a:p>
          <a:p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ResultSet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rs</a:t>
            </a:r>
            <a:r>
              <a:rPr lang="en-US" altLang="ko-KR" sz="1400" dirty="0" smtClean="0"/>
              <a:t>=</a:t>
            </a:r>
            <a:r>
              <a:rPr lang="en-US" altLang="ko-KR" sz="1400" dirty="0" err="1" smtClean="0"/>
              <a:t>stmt.executeQuery</a:t>
            </a:r>
            <a:r>
              <a:rPr lang="en-US" altLang="ko-KR" sz="1400" dirty="0" smtClean="0"/>
              <a:t>( </a:t>
            </a:r>
            <a:r>
              <a:rPr lang="ko-KR" altLang="en-US" sz="1400" dirty="0" err="1" smtClean="0"/>
              <a:t>쿼리문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);</a:t>
            </a:r>
          </a:p>
          <a:p>
            <a:r>
              <a:rPr lang="en-US" altLang="ko-KR" sz="1400" dirty="0" smtClean="0"/>
              <a:t>         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 </a:t>
            </a:r>
            <a:endParaRPr lang="ko-KR" altLang="en-US" sz="1400" dirty="0"/>
          </a:p>
        </p:txBody>
      </p:sp>
      <p:sp>
        <p:nvSpPr>
          <p:cNvPr id="28" name="직사각형 27"/>
          <p:cNvSpPr/>
          <p:nvPr/>
        </p:nvSpPr>
        <p:spPr>
          <a:xfrm>
            <a:off x="1428728" y="2025958"/>
            <a:ext cx="714380" cy="642942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자유형 28"/>
          <p:cNvSpPr/>
          <p:nvPr/>
        </p:nvSpPr>
        <p:spPr>
          <a:xfrm>
            <a:off x="1927860" y="2667000"/>
            <a:ext cx="1851660" cy="1127760"/>
          </a:xfrm>
          <a:custGeom>
            <a:avLst/>
            <a:gdLst>
              <a:gd name="connsiteX0" fmla="*/ 1790700 w 1851660"/>
              <a:gd name="connsiteY0" fmla="*/ 1127760 h 1127760"/>
              <a:gd name="connsiteX1" fmla="*/ 1813560 w 1851660"/>
              <a:gd name="connsiteY1" fmla="*/ 1066800 h 1127760"/>
              <a:gd name="connsiteX2" fmla="*/ 1828800 w 1851660"/>
              <a:gd name="connsiteY2" fmla="*/ 1013460 h 1127760"/>
              <a:gd name="connsiteX3" fmla="*/ 1844040 w 1851660"/>
              <a:gd name="connsiteY3" fmla="*/ 982980 h 1127760"/>
              <a:gd name="connsiteX4" fmla="*/ 1851660 w 1851660"/>
              <a:gd name="connsiteY4" fmla="*/ 960120 h 1127760"/>
              <a:gd name="connsiteX5" fmla="*/ 1844040 w 1851660"/>
              <a:gd name="connsiteY5" fmla="*/ 800100 h 1127760"/>
              <a:gd name="connsiteX6" fmla="*/ 1798320 w 1851660"/>
              <a:gd name="connsiteY6" fmla="*/ 754380 h 1127760"/>
              <a:gd name="connsiteX7" fmla="*/ 1706880 w 1851660"/>
              <a:gd name="connsiteY7" fmla="*/ 708660 h 1127760"/>
              <a:gd name="connsiteX8" fmla="*/ 1661160 w 1851660"/>
              <a:gd name="connsiteY8" fmla="*/ 685800 h 1127760"/>
              <a:gd name="connsiteX9" fmla="*/ 1600200 w 1851660"/>
              <a:gd name="connsiteY9" fmla="*/ 678180 h 1127760"/>
              <a:gd name="connsiteX10" fmla="*/ 1501140 w 1851660"/>
              <a:gd name="connsiteY10" fmla="*/ 647700 h 1127760"/>
              <a:gd name="connsiteX11" fmla="*/ 1470660 w 1851660"/>
              <a:gd name="connsiteY11" fmla="*/ 632460 h 1127760"/>
              <a:gd name="connsiteX12" fmla="*/ 1394460 w 1851660"/>
              <a:gd name="connsiteY12" fmla="*/ 609600 h 1127760"/>
              <a:gd name="connsiteX13" fmla="*/ 1303020 w 1851660"/>
              <a:gd name="connsiteY13" fmla="*/ 601980 h 1127760"/>
              <a:gd name="connsiteX14" fmla="*/ 1211580 w 1851660"/>
              <a:gd name="connsiteY14" fmla="*/ 586740 h 1127760"/>
              <a:gd name="connsiteX15" fmla="*/ 1135380 w 1851660"/>
              <a:gd name="connsiteY15" fmla="*/ 571500 h 1127760"/>
              <a:gd name="connsiteX16" fmla="*/ 1028700 w 1851660"/>
              <a:gd name="connsiteY16" fmla="*/ 563880 h 1127760"/>
              <a:gd name="connsiteX17" fmla="*/ 990600 w 1851660"/>
              <a:gd name="connsiteY17" fmla="*/ 548640 h 1127760"/>
              <a:gd name="connsiteX18" fmla="*/ 784860 w 1851660"/>
              <a:gd name="connsiteY18" fmla="*/ 533400 h 1127760"/>
              <a:gd name="connsiteX19" fmla="*/ 670560 w 1851660"/>
              <a:gd name="connsiteY19" fmla="*/ 510540 h 1127760"/>
              <a:gd name="connsiteX20" fmla="*/ 632460 w 1851660"/>
              <a:gd name="connsiteY20" fmla="*/ 502920 h 1127760"/>
              <a:gd name="connsiteX21" fmla="*/ 510540 w 1851660"/>
              <a:gd name="connsiteY21" fmla="*/ 487680 h 1127760"/>
              <a:gd name="connsiteX22" fmla="*/ 487680 w 1851660"/>
              <a:gd name="connsiteY22" fmla="*/ 480060 h 1127760"/>
              <a:gd name="connsiteX23" fmla="*/ 365760 w 1851660"/>
              <a:gd name="connsiteY23" fmla="*/ 457200 h 1127760"/>
              <a:gd name="connsiteX24" fmla="*/ 342900 w 1851660"/>
              <a:gd name="connsiteY24" fmla="*/ 449580 h 1127760"/>
              <a:gd name="connsiteX25" fmla="*/ 236220 w 1851660"/>
              <a:gd name="connsiteY25" fmla="*/ 419100 h 1127760"/>
              <a:gd name="connsiteX26" fmla="*/ 190500 w 1851660"/>
              <a:gd name="connsiteY26" fmla="*/ 388620 h 1127760"/>
              <a:gd name="connsiteX27" fmla="*/ 167640 w 1851660"/>
              <a:gd name="connsiteY27" fmla="*/ 373380 h 1127760"/>
              <a:gd name="connsiteX28" fmla="*/ 121920 w 1851660"/>
              <a:gd name="connsiteY28" fmla="*/ 327660 h 1127760"/>
              <a:gd name="connsiteX29" fmla="*/ 91440 w 1851660"/>
              <a:gd name="connsiteY29" fmla="*/ 281940 h 1127760"/>
              <a:gd name="connsiteX30" fmla="*/ 68580 w 1851660"/>
              <a:gd name="connsiteY30" fmla="*/ 236220 h 1127760"/>
              <a:gd name="connsiteX31" fmla="*/ 45720 w 1851660"/>
              <a:gd name="connsiteY31" fmla="*/ 160020 h 1127760"/>
              <a:gd name="connsiteX32" fmla="*/ 38100 w 1851660"/>
              <a:gd name="connsiteY32" fmla="*/ 137160 h 1127760"/>
              <a:gd name="connsiteX33" fmla="*/ 7620 w 1851660"/>
              <a:gd name="connsiteY33" fmla="*/ 68580 h 1127760"/>
              <a:gd name="connsiteX34" fmla="*/ 0 w 1851660"/>
              <a:gd name="connsiteY34" fmla="*/ 45720 h 1127760"/>
              <a:gd name="connsiteX35" fmla="*/ 0 w 1851660"/>
              <a:gd name="connsiteY35" fmla="*/ 0 h 112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851660" h="1127760">
                <a:moveTo>
                  <a:pt x="1790700" y="1127760"/>
                </a:moveTo>
                <a:cubicBezTo>
                  <a:pt x="1804749" y="1071565"/>
                  <a:pt x="1789652" y="1122586"/>
                  <a:pt x="1813560" y="1066800"/>
                </a:cubicBezTo>
                <a:cubicBezTo>
                  <a:pt x="1831982" y="1023816"/>
                  <a:pt x="1809466" y="1065017"/>
                  <a:pt x="1828800" y="1013460"/>
                </a:cubicBezTo>
                <a:cubicBezTo>
                  <a:pt x="1832788" y="1002824"/>
                  <a:pt x="1839565" y="993421"/>
                  <a:pt x="1844040" y="982980"/>
                </a:cubicBezTo>
                <a:cubicBezTo>
                  <a:pt x="1847204" y="975597"/>
                  <a:pt x="1849120" y="967740"/>
                  <a:pt x="1851660" y="960120"/>
                </a:cubicBezTo>
                <a:cubicBezTo>
                  <a:pt x="1849120" y="906780"/>
                  <a:pt x="1850664" y="853088"/>
                  <a:pt x="1844040" y="800100"/>
                </a:cubicBezTo>
                <a:cubicBezTo>
                  <a:pt x="1841918" y="783126"/>
                  <a:pt x="1808165" y="759918"/>
                  <a:pt x="1798320" y="754380"/>
                </a:cubicBezTo>
                <a:cubicBezTo>
                  <a:pt x="1768619" y="737673"/>
                  <a:pt x="1737360" y="723900"/>
                  <a:pt x="1706880" y="708660"/>
                </a:cubicBezTo>
                <a:cubicBezTo>
                  <a:pt x="1691640" y="701040"/>
                  <a:pt x="1678067" y="687913"/>
                  <a:pt x="1661160" y="685800"/>
                </a:cubicBezTo>
                <a:lnTo>
                  <a:pt x="1600200" y="678180"/>
                </a:lnTo>
                <a:cubicBezTo>
                  <a:pt x="1500356" y="628258"/>
                  <a:pt x="1611466" y="677789"/>
                  <a:pt x="1501140" y="647700"/>
                </a:cubicBezTo>
                <a:cubicBezTo>
                  <a:pt x="1490181" y="644711"/>
                  <a:pt x="1481207" y="636679"/>
                  <a:pt x="1470660" y="632460"/>
                </a:cubicBezTo>
                <a:cubicBezTo>
                  <a:pt x="1460615" y="628442"/>
                  <a:pt x="1410790" y="611641"/>
                  <a:pt x="1394460" y="609600"/>
                </a:cubicBezTo>
                <a:cubicBezTo>
                  <a:pt x="1364111" y="605806"/>
                  <a:pt x="1333369" y="605774"/>
                  <a:pt x="1303020" y="601980"/>
                </a:cubicBezTo>
                <a:cubicBezTo>
                  <a:pt x="1272358" y="598147"/>
                  <a:pt x="1241982" y="592268"/>
                  <a:pt x="1211580" y="586740"/>
                </a:cubicBezTo>
                <a:cubicBezTo>
                  <a:pt x="1186095" y="582106"/>
                  <a:pt x="1161217" y="573346"/>
                  <a:pt x="1135380" y="571500"/>
                </a:cubicBezTo>
                <a:lnTo>
                  <a:pt x="1028700" y="563880"/>
                </a:lnTo>
                <a:cubicBezTo>
                  <a:pt x="1016000" y="558800"/>
                  <a:pt x="1003975" y="551506"/>
                  <a:pt x="990600" y="548640"/>
                </a:cubicBezTo>
                <a:cubicBezTo>
                  <a:pt x="950668" y="540083"/>
                  <a:pt x="797348" y="534094"/>
                  <a:pt x="784860" y="533400"/>
                </a:cubicBezTo>
                <a:cubicBezTo>
                  <a:pt x="734669" y="499939"/>
                  <a:pt x="777412" y="523111"/>
                  <a:pt x="670560" y="510540"/>
                </a:cubicBezTo>
                <a:cubicBezTo>
                  <a:pt x="657697" y="509027"/>
                  <a:pt x="645281" y="504752"/>
                  <a:pt x="632460" y="502920"/>
                </a:cubicBezTo>
                <a:cubicBezTo>
                  <a:pt x="591915" y="497128"/>
                  <a:pt x="551180" y="492760"/>
                  <a:pt x="510540" y="487680"/>
                </a:cubicBezTo>
                <a:cubicBezTo>
                  <a:pt x="502920" y="485140"/>
                  <a:pt x="495540" y="481715"/>
                  <a:pt x="487680" y="480060"/>
                </a:cubicBezTo>
                <a:cubicBezTo>
                  <a:pt x="447219" y="471542"/>
                  <a:pt x="404986" y="470275"/>
                  <a:pt x="365760" y="457200"/>
                </a:cubicBezTo>
                <a:cubicBezTo>
                  <a:pt x="358140" y="454660"/>
                  <a:pt x="350649" y="451693"/>
                  <a:pt x="342900" y="449580"/>
                </a:cubicBezTo>
                <a:cubicBezTo>
                  <a:pt x="334302" y="447235"/>
                  <a:pt x="249698" y="428085"/>
                  <a:pt x="236220" y="419100"/>
                </a:cubicBezTo>
                <a:lnTo>
                  <a:pt x="190500" y="388620"/>
                </a:lnTo>
                <a:cubicBezTo>
                  <a:pt x="182880" y="383540"/>
                  <a:pt x="173135" y="380706"/>
                  <a:pt x="167640" y="373380"/>
                </a:cubicBezTo>
                <a:cubicBezTo>
                  <a:pt x="139285" y="335574"/>
                  <a:pt x="155347" y="349945"/>
                  <a:pt x="121920" y="327660"/>
                </a:cubicBezTo>
                <a:cubicBezTo>
                  <a:pt x="111760" y="312420"/>
                  <a:pt x="97232" y="299316"/>
                  <a:pt x="91440" y="281940"/>
                </a:cubicBezTo>
                <a:cubicBezTo>
                  <a:pt x="80924" y="250392"/>
                  <a:pt x="88275" y="265763"/>
                  <a:pt x="68580" y="236220"/>
                </a:cubicBezTo>
                <a:cubicBezTo>
                  <a:pt x="57064" y="190155"/>
                  <a:pt x="64272" y="215675"/>
                  <a:pt x="45720" y="160020"/>
                </a:cubicBezTo>
                <a:cubicBezTo>
                  <a:pt x="43180" y="152400"/>
                  <a:pt x="42555" y="143843"/>
                  <a:pt x="38100" y="137160"/>
                </a:cubicBezTo>
                <a:cubicBezTo>
                  <a:pt x="13949" y="100934"/>
                  <a:pt x="25756" y="122988"/>
                  <a:pt x="7620" y="68580"/>
                </a:cubicBezTo>
                <a:cubicBezTo>
                  <a:pt x="5080" y="60960"/>
                  <a:pt x="0" y="53752"/>
                  <a:pt x="0" y="45720"/>
                </a:cubicBezTo>
                <a:lnTo>
                  <a:pt x="0" y="0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1000100" y="1428736"/>
            <a:ext cx="16658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 smtClean="0"/>
              <a:t>con.createStatement</a:t>
            </a:r>
            <a:r>
              <a:rPr lang="en-US" altLang="ko-KR" sz="1100" b="1" dirty="0" smtClean="0"/>
              <a:t>()</a:t>
            </a:r>
            <a:endParaRPr lang="ko-KR" altLang="en-US" sz="1100" b="1" dirty="0"/>
          </a:p>
        </p:txBody>
      </p:sp>
      <p:cxnSp>
        <p:nvCxnSpPr>
          <p:cNvPr id="34" name="직선 화살표 연결선 33"/>
          <p:cNvCxnSpPr/>
          <p:nvPr/>
        </p:nvCxnSpPr>
        <p:spPr>
          <a:xfrm rot="10800000">
            <a:off x="1928794" y="2357430"/>
            <a:ext cx="571504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rot="16200000" flipH="1">
            <a:off x="1785918" y="1785926"/>
            <a:ext cx="714380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428728" y="1785926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3.stmt</a:t>
            </a:r>
            <a:endParaRPr lang="ko-KR" altLang="en-US" sz="11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0" y="1643050"/>
            <a:ext cx="12875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smtClean="0"/>
              <a:t>String </a:t>
            </a:r>
            <a:r>
              <a:rPr lang="en-US" altLang="ko-KR" sz="1100" b="1" dirty="0" err="1" smtClean="0"/>
              <a:t>sql</a:t>
            </a:r>
            <a:r>
              <a:rPr lang="en-US" altLang="ko-KR" sz="1100" b="1" dirty="0" smtClean="0"/>
              <a:t>=“,,,,,”;</a:t>
            </a:r>
            <a:endParaRPr lang="ko-KR" altLang="en-US" sz="1100" b="1" dirty="0"/>
          </a:p>
        </p:txBody>
      </p:sp>
      <p:cxnSp>
        <p:nvCxnSpPr>
          <p:cNvPr id="41" name="직선 연결선 40"/>
          <p:cNvCxnSpPr/>
          <p:nvPr/>
        </p:nvCxnSpPr>
        <p:spPr>
          <a:xfrm rot="5400000">
            <a:off x="3964777" y="4393413"/>
            <a:ext cx="207170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29256" y="3643314"/>
            <a:ext cx="604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create</a:t>
            </a:r>
            <a:endParaRPr lang="ko-KR" altLang="en-US" sz="1200" dirty="0"/>
          </a:p>
        </p:txBody>
      </p:sp>
      <p:sp>
        <p:nvSpPr>
          <p:cNvPr id="43" name="TextBox 42"/>
          <p:cNvSpPr txBox="1"/>
          <p:nvPr/>
        </p:nvSpPr>
        <p:spPr>
          <a:xfrm>
            <a:off x="6072198" y="3643314"/>
            <a:ext cx="515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drop</a:t>
            </a:r>
            <a:endParaRPr lang="ko-KR" altLang="en-US" sz="1200" dirty="0"/>
          </a:p>
        </p:txBody>
      </p:sp>
      <p:sp>
        <p:nvSpPr>
          <p:cNvPr id="44" name="TextBox 43"/>
          <p:cNvSpPr txBox="1"/>
          <p:nvPr/>
        </p:nvSpPr>
        <p:spPr>
          <a:xfrm>
            <a:off x="6572264" y="3643314"/>
            <a:ext cx="7572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truncate</a:t>
            </a:r>
            <a:endParaRPr lang="ko-KR" altLang="en-US" sz="1200" dirty="0"/>
          </a:p>
        </p:txBody>
      </p:sp>
      <p:sp>
        <p:nvSpPr>
          <p:cNvPr id="45" name="TextBox 44"/>
          <p:cNvSpPr txBox="1"/>
          <p:nvPr/>
        </p:nvSpPr>
        <p:spPr>
          <a:xfrm>
            <a:off x="7286644" y="3643314"/>
            <a:ext cx="4911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alter</a:t>
            </a:r>
            <a:endParaRPr lang="ko-KR" alt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6215074" y="3000372"/>
            <a:ext cx="1382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commit, rollback</a:t>
            </a:r>
            <a:endParaRPr lang="ko-KR" altLang="en-US" sz="1200" dirty="0"/>
          </a:p>
        </p:txBody>
      </p:sp>
      <p:sp>
        <p:nvSpPr>
          <p:cNvPr id="47" name="TextBox 46"/>
          <p:cNvSpPr txBox="1"/>
          <p:nvPr/>
        </p:nvSpPr>
        <p:spPr>
          <a:xfrm>
            <a:off x="5643570" y="3929066"/>
            <a:ext cx="574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insert</a:t>
            </a:r>
            <a:endParaRPr lang="ko-KR" altLang="en-US" sz="1200" dirty="0"/>
          </a:p>
        </p:txBody>
      </p:sp>
      <p:sp>
        <p:nvSpPr>
          <p:cNvPr id="48" name="TextBox 47"/>
          <p:cNvSpPr txBox="1"/>
          <p:nvPr/>
        </p:nvSpPr>
        <p:spPr>
          <a:xfrm>
            <a:off x="6286512" y="4000504"/>
            <a:ext cx="6739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update</a:t>
            </a:r>
            <a:endParaRPr lang="ko-KR" altLang="en-US" sz="1200" dirty="0"/>
          </a:p>
        </p:txBody>
      </p:sp>
      <p:sp>
        <p:nvSpPr>
          <p:cNvPr id="49" name="TextBox 48"/>
          <p:cNvSpPr txBox="1"/>
          <p:nvPr/>
        </p:nvSpPr>
        <p:spPr>
          <a:xfrm>
            <a:off x="7000892" y="3929066"/>
            <a:ext cx="6129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delete</a:t>
            </a:r>
            <a:endParaRPr lang="ko-KR" altLang="en-US" sz="1200" dirty="0"/>
          </a:p>
        </p:txBody>
      </p:sp>
      <p:sp>
        <p:nvSpPr>
          <p:cNvPr id="50" name="TextBox 49"/>
          <p:cNvSpPr txBox="1"/>
          <p:nvPr/>
        </p:nvSpPr>
        <p:spPr>
          <a:xfrm>
            <a:off x="5715008" y="4857760"/>
            <a:ext cx="5790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select</a:t>
            </a:r>
            <a:endParaRPr lang="ko-KR" altLang="en-US" sz="1200" dirty="0"/>
          </a:p>
        </p:txBody>
      </p:sp>
      <p:sp>
        <p:nvSpPr>
          <p:cNvPr id="51" name="TextBox 50"/>
          <p:cNvSpPr txBox="1"/>
          <p:nvPr/>
        </p:nvSpPr>
        <p:spPr>
          <a:xfrm>
            <a:off x="5332326" y="3437753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-DBMS</a:t>
            </a:r>
            <a:r>
              <a:rPr lang="ko-KR" altLang="en-US" sz="1200" dirty="0" smtClean="0"/>
              <a:t>변경하는 </a:t>
            </a:r>
            <a:r>
              <a:rPr lang="ko-KR" altLang="en-US" sz="1200" dirty="0" err="1" smtClean="0"/>
              <a:t>쿼리문</a:t>
            </a:r>
            <a:endParaRPr lang="ko-KR" altLang="en-US" sz="1200" dirty="0"/>
          </a:p>
        </p:txBody>
      </p:sp>
      <p:sp>
        <p:nvSpPr>
          <p:cNvPr id="52" name="TextBox 51"/>
          <p:cNvSpPr txBox="1"/>
          <p:nvPr/>
        </p:nvSpPr>
        <p:spPr>
          <a:xfrm>
            <a:off x="5357818" y="4572008"/>
            <a:ext cx="1957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-DBMS</a:t>
            </a:r>
            <a:r>
              <a:rPr lang="ko-KR" altLang="en-US" sz="1200" dirty="0" smtClean="0"/>
              <a:t>변경하지는 </a:t>
            </a:r>
            <a:r>
              <a:rPr lang="ko-KR" altLang="en-US" sz="1200" dirty="0" err="1" smtClean="0"/>
              <a:t>쿼리문</a:t>
            </a:r>
            <a:endParaRPr lang="ko-KR" altLang="en-US" sz="1200" dirty="0"/>
          </a:p>
        </p:txBody>
      </p:sp>
      <p:sp>
        <p:nvSpPr>
          <p:cNvPr id="53" name="자유형 52"/>
          <p:cNvSpPr/>
          <p:nvPr/>
        </p:nvSpPr>
        <p:spPr>
          <a:xfrm>
            <a:off x="3062244" y="3817620"/>
            <a:ext cx="2469876" cy="2446020"/>
          </a:xfrm>
          <a:custGeom>
            <a:avLst/>
            <a:gdLst>
              <a:gd name="connsiteX0" fmla="*/ 2469876 w 2469876"/>
              <a:gd name="connsiteY0" fmla="*/ 0 h 2446020"/>
              <a:gd name="connsiteX1" fmla="*/ 2401296 w 2469876"/>
              <a:gd name="connsiteY1" fmla="*/ 15240 h 2446020"/>
              <a:gd name="connsiteX2" fmla="*/ 2309856 w 2469876"/>
              <a:gd name="connsiteY2" fmla="*/ 30480 h 2446020"/>
              <a:gd name="connsiteX3" fmla="*/ 2279376 w 2469876"/>
              <a:gd name="connsiteY3" fmla="*/ 45720 h 2446020"/>
              <a:gd name="connsiteX4" fmla="*/ 2241276 w 2469876"/>
              <a:gd name="connsiteY4" fmla="*/ 60960 h 2446020"/>
              <a:gd name="connsiteX5" fmla="*/ 2210796 w 2469876"/>
              <a:gd name="connsiteY5" fmla="*/ 76200 h 2446020"/>
              <a:gd name="connsiteX6" fmla="*/ 2187936 w 2469876"/>
              <a:gd name="connsiteY6" fmla="*/ 83820 h 2446020"/>
              <a:gd name="connsiteX7" fmla="*/ 2126976 w 2469876"/>
              <a:gd name="connsiteY7" fmla="*/ 114300 h 2446020"/>
              <a:gd name="connsiteX8" fmla="*/ 2058396 w 2469876"/>
              <a:gd name="connsiteY8" fmla="*/ 160020 h 2446020"/>
              <a:gd name="connsiteX9" fmla="*/ 2005056 w 2469876"/>
              <a:gd name="connsiteY9" fmla="*/ 198120 h 2446020"/>
              <a:gd name="connsiteX10" fmla="*/ 1974576 w 2469876"/>
              <a:gd name="connsiteY10" fmla="*/ 213360 h 2446020"/>
              <a:gd name="connsiteX11" fmla="*/ 1951716 w 2469876"/>
              <a:gd name="connsiteY11" fmla="*/ 236220 h 2446020"/>
              <a:gd name="connsiteX12" fmla="*/ 1890756 w 2469876"/>
              <a:gd name="connsiteY12" fmla="*/ 274320 h 2446020"/>
              <a:gd name="connsiteX13" fmla="*/ 1867896 w 2469876"/>
              <a:gd name="connsiteY13" fmla="*/ 289560 h 2446020"/>
              <a:gd name="connsiteX14" fmla="*/ 1845036 w 2469876"/>
              <a:gd name="connsiteY14" fmla="*/ 320040 h 2446020"/>
              <a:gd name="connsiteX15" fmla="*/ 1776456 w 2469876"/>
              <a:gd name="connsiteY15" fmla="*/ 373380 h 2446020"/>
              <a:gd name="connsiteX16" fmla="*/ 1738356 w 2469876"/>
              <a:gd name="connsiteY16" fmla="*/ 403860 h 2446020"/>
              <a:gd name="connsiteX17" fmla="*/ 1677396 w 2469876"/>
              <a:gd name="connsiteY17" fmla="*/ 441960 h 2446020"/>
              <a:gd name="connsiteX18" fmla="*/ 1654536 w 2469876"/>
              <a:gd name="connsiteY18" fmla="*/ 464820 h 2446020"/>
              <a:gd name="connsiteX19" fmla="*/ 1631676 w 2469876"/>
              <a:gd name="connsiteY19" fmla="*/ 480060 h 2446020"/>
              <a:gd name="connsiteX20" fmla="*/ 1601196 w 2469876"/>
              <a:gd name="connsiteY20" fmla="*/ 495300 h 2446020"/>
              <a:gd name="connsiteX21" fmla="*/ 1532616 w 2469876"/>
              <a:gd name="connsiteY21" fmla="*/ 563880 h 2446020"/>
              <a:gd name="connsiteX22" fmla="*/ 1441176 w 2469876"/>
              <a:gd name="connsiteY22" fmla="*/ 640080 h 2446020"/>
              <a:gd name="connsiteX23" fmla="*/ 1387836 w 2469876"/>
              <a:gd name="connsiteY23" fmla="*/ 678180 h 2446020"/>
              <a:gd name="connsiteX24" fmla="*/ 1364976 w 2469876"/>
              <a:gd name="connsiteY24" fmla="*/ 693420 h 2446020"/>
              <a:gd name="connsiteX25" fmla="*/ 1319256 w 2469876"/>
              <a:gd name="connsiteY25" fmla="*/ 739140 h 2446020"/>
              <a:gd name="connsiteX26" fmla="*/ 1296396 w 2469876"/>
              <a:gd name="connsiteY26" fmla="*/ 762000 h 2446020"/>
              <a:gd name="connsiteX27" fmla="*/ 1265916 w 2469876"/>
              <a:gd name="connsiteY27" fmla="*/ 784860 h 2446020"/>
              <a:gd name="connsiteX28" fmla="*/ 1250676 w 2469876"/>
              <a:gd name="connsiteY28" fmla="*/ 807720 h 2446020"/>
              <a:gd name="connsiteX29" fmla="*/ 1212576 w 2469876"/>
              <a:gd name="connsiteY29" fmla="*/ 838200 h 2446020"/>
              <a:gd name="connsiteX30" fmla="*/ 1197336 w 2469876"/>
              <a:gd name="connsiteY30" fmla="*/ 861060 h 2446020"/>
              <a:gd name="connsiteX31" fmla="*/ 1174476 w 2469876"/>
              <a:gd name="connsiteY31" fmla="*/ 876300 h 2446020"/>
              <a:gd name="connsiteX32" fmla="*/ 1151616 w 2469876"/>
              <a:gd name="connsiteY32" fmla="*/ 906780 h 2446020"/>
              <a:gd name="connsiteX33" fmla="*/ 1090656 w 2469876"/>
              <a:gd name="connsiteY33" fmla="*/ 960120 h 2446020"/>
              <a:gd name="connsiteX34" fmla="*/ 1022076 w 2469876"/>
              <a:gd name="connsiteY34" fmla="*/ 1036320 h 2446020"/>
              <a:gd name="connsiteX35" fmla="*/ 991596 w 2469876"/>
              <a:gd name="connsiteY35" fmla="*/ 1059180 h 2446020"/>
              <a:gd name="connsiteX36" fmla="*/ 968736 w 2469876"/>
              <a:gd name="connsiteY36" fmla="*/ 1089660 h 2446020"/>
              <a:gd name="connsiteX37" fmla="*/ 938256 w 2469876"/>
              <a:gd name="connsiteY37" fmla="*/ 1112520 h 2446020"/>
              <a:gd name="connsiteX38" fmla="*/ 915396 w 2469876"/>
              <a:gd name="connsiteY38" fmla="*/ 1143000 h 2446020"/>
              <a:gd name="connsiteX39" fmla="*/ 831576 w 2469876"/>
              <a:gd name="connsiteY39" fmla="*/ 1226820 h 2446020"/>
              <a:gd name="connsiteX40" fmla="*/ 801096 w 2469876"/>
              <a:gd name="connsiteY40" fmla="*/ 1257300 h 2446020"/>
              <a:gd name="connsiteX41" fmla="*/ 778236 w 2469876"/>
              <a:gd name="connsiteY41" fmla="*/ 1280160 h 2446020"/>
              <a:gd name="connsiteX42" fmla="*/ 762996 w 2469876"/>
              <a:gd name="connsiteY42" fmla="*/ 1303020 h 2446020"/>
              <a:gd name="connsiteX43" fmla="*/ 686796 w 2469876"/>
              <a:gd name="connsiteY43" fmla="*/ 1379220 h 2446020"/>
              <a:gd name="connsiteX44" fmla="*/ 656316 w 2469876"/>
              <a:gd name="connsiteY44" fmla="*/ 1409700 h 2446020"/>
              <a:gd name="connsiteX45" fmla="*/ 580116 w 2469876"/>
              <a:gd name="connsiteY45" fmla="*/ 1508760 h 2446020"/>
              <a:gd name="connsiteX46" fmla="*/ 526776 w 2469876"/>
              <a:gd name="connsiteY46" fmla="*/ 1554480 h 2446020"/>
              <a:gd name="connsiteX47" fmla="*/ 503916 w 2469876"/>
              <a:gd name="connsiteY47" fmla="*/ 1584960 h 2446020"/>
              <a:gd name="connsiteX48" fmla="*/ 458196 w 2469876"/>
              <a:gd name="connsiteY48" fmla="*/ 1630680 h 2446020"/>
              <a:gd name="connsiteX49" fmla="*/ 404856 w 2469876"/>
              <a:gd name="connsiteY49" fmla="*/ 1684020 h 2446020"/>
              <a:gd name="connsiteX50" fmla="*/ 374376 w 2469876"/>
              <a:gd name="connsiteY50" fmla="*/ 1729740 h 2446020"/>
              <a:gd name="connsiteX51" fmla="*/ 343896 w 2469876"/>
              <a:gd name="connsiteY51" fmla="*/ 1783080 h 2446020"/>
              <a:gd name="connsiteX52" fmla="*/ 321036 w 2469876"/>
              <a:gd name="connsiteY52" fmla="*/ 1805940 h 2446020"/>
              <a:gd name="connsiteX53" fmla="*/ 298176 w 2469876"/>
              <a:gd name="connsiteY53" fmla="*/ 1836420 h 2446020"/>
              <a:gd name="connsiteX54" fmla="*/ 290556 w 2469876"/>
              <a:gd name="connsiteY54" fmla="*/ 1866900 h 2446020"/>
              <a:gd name="connsiteX55" fmla="*/ 267696 w 2469876"/>
              <a:gd name="connsiteY55" fmla="*/ 1889760 h 2446020"/>
              <a:gd name="connsiteX56" fmla="*/ 237216 w 2469876"/>
              <a:gd name="connsiteY56" fmla="*/ 1935480 h 2446020"/>
              <a:gd name="connsiteX57" fmla="*/ 221976 w 2469876"/>
              <a:gd name="connsiteY57" fmla="*/ 1958340 h 2446020"/>
              <a:gd name="connsiteX58" fmla="*/ 206736 w 2469876"/>
              <a:gd name="connsiteY58" fmla="*/ 1988820 h 2446020"/>
              <a:gd name="connsiteX59" fmla="*/ 176256 w 2469876"/>
              <a:gd name="connsiteY59" fmla="*/ 2034540 h 2446020"/>
              <a:gd name="connsiteX60" fmla="*/ 153396 w 2469876"/>
              <a:gd name="connsiteY60" fmla="*/ 2095500 h 2446020"/>
              <a:gd name="connsiteX61" fmla="*/ 138156 w 2469876"/>
              <a:gd name="connsiteY61" fmla="*/ 2141220 h 2446020"/>
              <a:gd name="connsiteX62" fmla="*/ 122916 w 2469876"/>
              <a:gd name="connsiteY62" fmla="*/ 2164080 h 2446020"/>
              <a:gd name="connsiteX63" fmla="*/ 107676 w 2469876"/>
              <a:gd name="connsiteY63" fmla="*/ 2209800 h 2446020"/>
              <a:gd name="connsiteX64" fmla="*/ 77196 w 2469876"/>
              <a:gd name="connsiteY64" fmla="*/ 2255520 h 2446020"/>
              <a:gd name="connsiteX65" fmla="*/ 54336 w 2469876"/>
              <a:gd name="connsiteY65" fmla="*/ 2316480 h 2446020"/>
              <a:gd name="connsiteX66" fmla="*/ 39096 w 2469876"/>
              <a:gd name="connsiteY66" fmla="*/ 2339340 h 2446020"/>
              <a:gd name="connsiteX67" fmla="*/ 23856 w 2469876"/>
              <a:gd name="connsiteY67" fmla="*/ 2385060 h 2446020"/>
              <a:gd name="connsiteX68" fmla="*/ 996 w 2469876"/>
              <a:gd name="connsiteY68" fmla="*/ 2430780 h 2446020"/>
              <a:gd name="connsiteX69" fmla="*/ 996 w 2469876"/>
              <a:gd name="connsiteY69" fmla="*/ 2446020 h 244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469876" h="2446020">
                <a:moveTo>
                  <a:pt x="2469876" y="0"/>
                </a:moveTo>
                <a:cubicBezTo>
                  <a:pt x="2447016" y="5080"/>
                  <a:pt x="2424395" y="11390"/>
                  <a:pt x="2401296" y="15240"/>
                </a:cubicBezTo>
                <a:cubicBezTo>
                  <a:pt x="2355018" y="22953"/>
                  <a:pt x="2343960" y="15864"/>
                  <a:pt x="2309856" y="30480"/>
                </a:cubicBezTo>
                <a:cubicBezTo>
                  <a:pt x="2299415" y="34955"/>
                  <a:pt x="2289756" y="41107"/>
                  <a:pt x="2279376" y="45720"/>
                </a:cubicBezTo>
                <a:cubicBezTo>
                  <a:pt x="2266877" y="51275"/>
                  <a:pt x="2253775" y="55405"/>
                  <a:pt x="2241276" y="60960"/>
                </a:cubicBezTo>
                <a:cubicBezTo>
                  <a:pt x="2230896" y="65573"/>
                  <a:pt x="2221237" y="71725"/>
                  <a:pt x="2210796" y="76200"/>
                </a:cubicBezTo>
                <a:cubicBezTo>
                  <a:pt x="2203413" y="79364"/>
                  <a:pt x="2195120" y="80228"/>
                  <a:pt x="2187936" y="83820"/>
                </a:cubicBezTo>
                <a:cubicBezTo>
                  <a:pt x="2115956" y="119810"/>
                  <a:pt x="2178525" y="97117"/>
                  <a:pt x="2126976" y="114300"/>
                </a:cubicBezTo>
                <a:cubicBezTo>
                  <a:pt x="2051041" y="171252"/>
                  <a:pt x="2146578" y="101232"/>
                  <a:pt x="2058396" y="160020"/>
                </a:cubicBezTo>
                <a:cubicBezTo>
                  <a:pt x="2033864" y="176375"/>
                  <a:pt x="2028911" y="184489"/>
                  <a:pt x="2005056" y="198120"/>
                </a:cubicBezTo>
                <a:cubicBezTo>
                  <a:pt x="1995193" y="203756"/>
                  <a:pt x="1983819" y="206758"/>
                  <a:pt x="1974576" y="213360"/>
                </a:cubicBezTo>
                <a:cubicBezTo>
                  <a:pt x="1965807" y="219624"/>
                  <a:pt x="1960431" y="229882"/>
                  <a:pt x="1951716" y="236220"/>
                </a:cubicBezTo>
                <a:cubicBezTo>
                  <a:pt x="1932337" y="250314"/>
                  <a:pt x="1910694" y="261028"/>
                  <a:pt x="1890756" y="274320"/>
                </a:cubicBezTo>
                <a:cubicBezTo>
                  <a:pt x="1883136" y="279400"/>
                  <a:pt x="1874372" y="283084"/>
                  <a:pt x="1867896" y="289560"/>
                </a:cubicBezTo>
                <a:cubicBezTo>
                  <a:pt x="1858916" y="298540"/>
                  <a:pt x="1854398" y="311458"/>
                  <a:pt x="1845036" y="320040"/>
                </a:cubicBezTo>
                <a:cubicBezTo>
                  <a:pt x="1823688" y="339609"/>
                  <a:pt x="1799228" y="355488"/>
                  <a:pt x="1776456" y="373380"/>
                </a:cubicBezTo>
                <a:cubicBezTo>
                  <a:pt x="1763667" y="383428"/>
                  <a:pt x="1752903" y="396587"/>
                  <a:pt x="1738356" y="403860"/>
                </a:cubicBezTo>
                <a:cubicBezTo>
                  <a:pt x="1707134" y="419471"/>
                  <a:pt x="1705093" y="418220"/>
                  <a:pt x="1677396" y="441960"/>
                </a:cubicBezTo>
                <a:cubicBezTo>
                  <a:pt x="1669214" y="448973"/>
                  <a:pt x="1662815" y="457921"/>
                  <a:pt x="1654536" y="464820"/>
                </a:cubicBezTo>
                <a:cubicBezTo>
                  <a:pt x="1647501" y="470683"/>
                  <a:pt x="1639627" y="475516"/>
                  <a:pt x="1631676" y="480060"/>
                </a:cubicBezTo>
                <a:cubicBezTo>
                  <a:pt x="1621813" y="485696"/>
                  <a:pt x="1609867" y="487963"/>
                  <a:pt x="1601196" y="495300"/>
                </a:cubicBezTo>
                <a:cubicBezTo>
                  <a:pt x="1576517" y="516183"/>
                  <a:pt x="1557452" y="543184"/>
                  <a:pt x="1532616" y="563880"/>
                </a:cubicBezTo>
                <a:cubicBezTo>
                  <a:pt x="1502136" y="589280"/>
                  <a:pt x="1474188" y="618072"/>
                  <a:pt x="1441176" y="640080"/>
                </a:cubicBezTo>
                <a:cubicBezTo>
                  <a:pt x="1387302" y="675996"/>
                  <a:pt x="1453997" y="630922"/>
                  <a:pt x="1387836" y="678180"/>
                </a:cubicBezTo>
                <a:cubicBezTo>
                  <a:pt x="1380384" y="683503"/>
                  <a:pt x="1371821" y="687336"/>
                  <a:pt x="1364976" y="693420"/>
                </a:cubicBezTo>
                <a:cubicBezTo>
                  <a:pt x="1348867" y="707739"/>
                  <a:pt x="1334496" y="723900"/>
                  <a:pt x="1319256" y="739140"/>
                </a:cubicBezTo>
                <a:cubicBezTo>
                  <a:pt x="1311636" y="746760"/>
                  <a:pt x="1305017" y="755534"/>
                  <a:pt x="1296396" y="762000"/>
                </a:cubicBezTo>
                <a:cubicBezTo>
                  <a:pt x="1286236" y="769620"/>
                  <a:pt x="1274896" y="775880"/>
                  <a:pt x="1265916" y="784860"/>
                </a:cubicBezTo>
                <a:cubicBezTo>
                  <a:pt x="1259440" y="791336"/>
                  <a:pt x="1257152" y="801244"/>
                  <a:pt x="1250676" y="807720"/>
                </a:cubicBezTo>
                <a:cubicBezTo>
                  <a:pt x="1239176" y="819220"/>
                  <a:pt x="1224076" y="826700"/>
                  <a:pt x="1212576" y="838200"/>
                </a:cubicBezTo>
                <a:cubicBezTo>
                  <a:pt x="1206100" y="844676"/>
                  <a:pt x="1203812" y="854584"/>
                  <a:pt x="1197336" y="861060"/>
                </a:cubicBezTo>
                <a:cubicBezTo>
                  <a:pt x="1190860" y="867536"/>
                  <a:pt x="1180952" y="869824"/>
                  <a:pt x="1174476" y="876300"/>
                </a:cubicBezTo>
                <a:cubicBezTo>
                  <a:pt x="1165496" y="885280"/>
                  <a:pt x="1160596" y="897800"/>
                  <a:pt x="1151616" y="906780"/>
                </a:cubicBezTo>
                <a:cubicBezTo>
                  <a:pt x="1060570" y="997826"/>
                  <a:pt x="1185634" y="853270"/>
                  <a:pt x="1090656" y="960120"/>
                </a:cubicBezTo>
                <a:cubicBezTo>
                  <a:pt x="1048016" y="1008090"/>
                  <a:pt x="1072714" y="991308"/>
                  <a:pt x="1022076" y="1036320"/>
                </a:cubicBezTo>
                <a:cubicBezTo>
                  <a:pt x="1012584" y="1044757"/>
                  <a:pt x="1000576" y="1050200"/>
                  <a:pt x="991596" y="1059180"/>
                </a:cubicBezTo>
                <a:cubicBezTo>
                  <a:pt x="982616" y="1068160"/>
                  <a:pt x="977716" y="1080680"/>
                  <a:pt x="968736" y="1089660"/>
                </a:cubicBezTo>
                <a:cubicBezTo>
                  <a:pt x="959756" y="1098640"/>
                  <a:pt x="947236" y="1103540"/>
                  <a:pt x="938256" y="1112520"/>
                </a:cubicBezTo>
                <a:cubicBezTo>
                  <a:pt x="929276" y="1121500"/>
                  <a:pt x="923978" y="1133638"/>
                  <a:pt x="915396" y="1143000"/>
                </a:cubicBezTo>
                <a:lnTo>
                  <a:pt x="831576" y="1226820"/>
                </a:lnTo>
                <a:lnTo>
                  <a:pt x="801096" y="1257300"/>
                </a:lnTo>
                <a:cubicBezTo>
                  <a:pt x="793476" y="1264920"/>
                  <a:pt x="784214" y="1271194"/>
                  <a:pt x="778236" y="1280160"/>
                </a:cubicBezTo>
                <a:cubicBezTo>
                  <a:pt x="773156" y="1287780"/>
                  <a:pt x="769080" y="1296175"/>
                  <a:pt x="762996" y="1303020"/>
                </a:cubicBezTo>
                <a:lnTo>
                  <a:pt x="686796" y="1379220"/>
                </a:lnTo>
                <a:cubicBezTo>
                  <a:pt x="676636" y="1389380"/>
                  <a:pt x="664286" y="1397745"/>
                  <a:pt x="656316" y="1409700"/>
                </a:cubicBezTo>
                <a:cubicBezTo>
                  <a:pt x="635549" y="1440851"/>
                  <a:pt x="602343" y="1492090"/>
                  <a:pt x="580116" y="1508760"/>
                </a:cubicBezTo>
                <a:cubicBezTo>
                  <a:pt x="556025" y="1526829"/>
                  <a:pt x="545880" y="1532192"/>
                  <a:pt x="526776" y="1554480"/>
                </a:cubicBezTo>
                <a:cubicBezTo>
                  <a:pt x="518511" y="1564123"/>
                  <a:pt x="512412" y="1575520"/>
                  <a:pt x="503916" y="1584960"/>
                </a:cubicBezTo>
                <a:cubicBezTo>
                  <a:pt x="489498" y="1600980"/>
                  <a:pt x="472694" y="1614732"/>
                  <a:pt x="458196" y="1630680"/>
                </a:cubicBezTo>
                <a:cubicBezTo>
                  <a:pt x="409464" y="1684285"/>
                  <a:pt x="448305" y="1655054"/>
                  <a:pt x="404856" y="1684020"/>
                </a:cubicBezTo>
                <a:cubicBezTo>
                  <a:pt x="388510" y="1733057"/>
                  <a:pt x="410051" y="1679796"/>
                  <a:pt x="374376" y="1729740"/>
                </a:cubicBezTo>
                <a:cubicBezTo>
                  <a:pt x="337111" y="1781911"/>
                  <a:pt x="379892" y="1739885"/>
                  <a:pt x="343896" y="1783080"/>
                </a:cubicBezTo>
                <a:cubicBezTo>
                  <a:pt x="336997" y="1791359"/>
                  <a:pt x="328049" y="1797758"/>
                  <a:pt x="321036" y="1805940"/>
                </a:cubicBezTo>
                <a:cubicBezTo>
                  <a:pt x="312771" y="1815583"/>
                  <a:pt x="305796" y="1826260"/>
                  <a:pt x="298176" y="1836420"/>
                </a:cubicBezTo>
                <a:cubicBezTo>
                  <a:pt x="295636" y="1846580"/>
                  <a:pt x="295752" y="1857807"/>
                  <a:pt x="290556" y="1866900"/>
                </a:cubicBezTo>
                <a:cubicBezTo>
                  <a:pt x="285209" y="1876256"/>
                  <a:pt x="274312" y="1881254"/>
                  <a:pt x="267696" y="1889760"/>
                </a:cubicBezTo>
                <a:cubicBezTo>
                  <a:pt x="256451" y="1904218"/>
                  <a:pt x="247376" y="1920240"/>
                  <a:pt x="237216" y="1935480"/>
                </a:cubicBezTo>
                <a:cubicBezTo>
                  <a:pt x="232136" y="1943100"/>
                  <a:pt x="226072" y="1950149"/>
                  <a:pt x="221976" y="1958340"/>
                </a:cubicBezTo>
                <a:cubicBezTo>
                  <a:pt x="216896" y="1968500"/>
                  <a:pt x="212580" y="1979080"/>
                  <a:pt x="206736" y="1988820"/>
                </a:cubicBezTo>
                <a:cubicBezTo>
                  <a:pt x="197312" y="2004526"/>
                  <a:pt x="176256" y="2034540"/>
                  <a:pt x="176256" y="2034540"/>
                </a:cubicBezTo>
                <a:cubicBezTo>
                  <a:pt x="158191" y="2124865"/>
                  <a:pt x="181936" y="2031285"/>
                  <a:pt x="153396" y="2095500"/>
                </a:cubicBezTo>
                <a:cubicBezTo>
                  <a:pt x="146872" y="2110180"/>
                  <a:pt x="147067" y="2127854"/>
                  <a:pt x="138156" y="2141220"/>
                </a:cubicBezTo>
                <a:cubicBezTo>
                  <a:pt x="133076" y="2148840"/>
                  <a:pt x="126635" y="2155711"/>
                  <a:pt x="122916" y="2164080"/>
                </a:cubicBezTo>
                <a:cubicBezTo>
                  <a:pt x="116392" y="2178760"/>
                  <a:pt x="116587" y="2196434"/>
                  <a:pt x="107676" y="2209800"/>
                </a:cubicBezTo>
                <a:cubicBezTo>
                  <a:pt x="97516" y="2225040"/>
                  <a:pt x="82988" y="2238144"/>
                  <a:pt x="77196" y="2255520"/>
                </a:cubicBezTo>
                <a:cubicBezTo>
                  <a:pt x="70601" y="2275305"/>
                  <a:pt x="63448" y="2298257"/>
                  <a:pt x="54336" y="2316480"/>
                </a:cubicBezTo>
                <a:cubicBezTo>
                  <a:pt x="50240" y="2324671"/>
                  <a:pt x="42815" y="2330971"/>
                  <a:pt x="39096" y="2339340"/>
                </a:cubicBezTo>
                <a:cubicBezTo>
                  <a:pt x="32572" y="2354020"/>
                  <a:pt x="32767" y="2371694"/>
                  <a:pt x="23856" y="2385060"/>
                </a:cubicBezTo>
                <a:cubicBezTo>
                  <a:pt x="11012" y="2404326"/>
                  <a:pt x="5503" y="2408246"/>
                  <a:pt x="996" y="2430780"/>
                </a:cubicBezTo>
                <a:cubicBezTo>
                  <a:pt x="0" y="2435761"/>
                  <a:pt x="996" y="2440940"/>
                  <a:pt x="996" y="244602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자유형 53"/>
          <p:cNvSpPr/>
          <p:nvPr/>
        </p:nvSpPr>
        <p:spPr>
          <a:xfrm>
            <a:off x="3489960" y="4191000"/>
            <a:ext cx="2392680" cy="2255520"/>
          </a:xfrm>
          <a:custGeom>
            <a:avLst/>
            <a:gdLst>
              <a:gd name="connsiteX0" fmla="*/ 2392680 w 2392680"/>
              <a:gd name="connsiteY0" fmla="*/ 0 h 2255520"/>
              <a:gd name="connsiteX1" fmla="*/ 2324100 w 2392680"/>
              <a:gd name="connsiteY1" fmla="*/ 7620 h 2255520"/>
              <a:gd name="connsiteX2" fmla="*/ 2286000 w 2392680"/>
              <a:gd name="connsiteY2" fmla="*/ 30480 h 2255520"/>
              <a:gd name="connsiteX3" fmla="*/ 2263140 w 2392680"/>
              <a:gd name="connsiteY3" fmla="*/ 38100 h 2255520"/>
              <a:gd name="connsiteX4" fmla="*/ 2225040 w 2392680"/>
              <a:gd name="connsiteY4" fmla="*/ 53340 h 2255520"/>
              <a:gd name="connsiteX5" fmla="*/ 2194560 w 2392680"/>
              <a:gd name="connsiteY5" fmla="*/ 60960 h 2255520"/>
              <a:gd name="connsiteX6" fmla="*/ 2118360 w 2392680"/>
              <a:gd name="connsiteY6" fmla="*/ 91440 h 2255520"/>
              <a:gd name="connsiteX7" fmla="*/ 2057400 w 2392680"/>
              <a:gd name="connsiteY7" fmla="*/ 129540 h 2255520"/>
              <a:gd name="connsiteX8" fmla="*/ 2011680 w 2392680"/>
              <a:gd name="connsiteY8" fmla="*/ 175260 h 2255520"/>
              <a:gd name="connsiteX9" fmla="*/ 1981200 w 2392680"/>
              <a:gd name="connsiteY9" fmla="*/ 198120 h 2255520"/>
              <a:gd name="connsiteX10" fmla="*/ 1943100 w 2392680"/>
              <a:gd name="connsiteY10" fmla="*/ 220980 h 2255520"/>
              <a:gd name="connsiteX11" fmla="*/ 1912620 w 2392680"/>
              <a:gd name="connsiteY11" fmla="*/ 251460 h 2255520"/>
              <a:gd name="connsiteX12" fmla="*/ 1882140 w 2392680"/>
              <a:gd name="connsiteY12" fmla="*/ 274320 h 2255520"/>
              <a:gd name="connsiteX13" fmla="*/ 1828800 w 2392680"/>
              <a:gd name="connsiteY13" fmla="*/ 342900 h 2255520"/>
              <a:gd name="connsiteX14" fmla="*/ 1783080 w 2392680"/>
              <a:gd name="connsiteY14" fmla="*/ 388620 h 2255520"/>
              <a:gd name="connsiteX15" fmla="*/ 1760220 w 2392680"/>
              <a:gd name="connsiteY15" fmla="*/ 403860 h 2255520"/>
              <a:gd name="connsiteX16" fmla="*/ 1684020 w 2392680"/>
              <a:gd name="connsiteY16" fmla="*/ 464820 h 2255520"/>
              <a:gd name="connsiteX17" fmla="*/ 1607820 w 2392680"/>
              <a:gd name="connsiteY17" fmla="*/ 541020 h 2255520"/>
              <a:gd name="connsiteX18" fmla="*/ 1584960 w 2392680"/>
              <a:gd name="connsiteY18" fmla="*/ 563880 h 2255520"/>
              <a:gd name="connsiteX19" fmla="*/ 1554480 w 2392680"/>
              <a:gd name="connsiteY19" fmla="*/ 594360 h 2255520"/>
              <a:gd name="connsiteX20" fmla="*/ 1531620 w 2392680"/>
              <a:gd name="connsiteY20" fmla="*/ 624840 h 2255520"/>
              <a:gd name="connsiteX21" fmla="*/ 1501140 w 2392680"/>
              <a:gd name="connsiteY21" fmla="*/ 647700 h 2255520"/>
              <a:gd name="connsiteX22" fmla="*/ 1478280 w 2392680"/>
              <a:gd name="connsiteY22" fmla="*/ 678180 h 2255520"/>
              <a:gd name="connsiteX23" fmla="*/ 1455420 w 2392680"/>
              <a:gd name="connsiteY23" fmla="*/ 701040 h 2255520"/>
              <a:gd name="connsiteX24" fmla="*/ 1440180 w 2392680"/>
              <a:gd name="connsiteY24" fmla="*/ 723900 h 2255520"/>
              <a:gd name="connsiteX25" fmla="*/ 1417320 w 2392680"/>
              <a:gd name="connsiteY25" fmla="*/ 739140 h 2255520"/>
              <a:gd name="connsiteX26" fmla="*/ 1402080 w 2392680"/>
              <a:gd name="connsiteY26" fmla="*/ 769620 h 2255520"/>
              <a:gd name="connsiteX27" fmla="*/ 1379220 w 2392680"/>
              <a:gd name="connsiteY27" fmla="*/ 784860 h 2255520"/>
              <a:gd name="connsiteX28" fmla="*/ 1341120 w 2392680"/>
              <a:gd name="connsiteY28" fmla="*/ 822960 h 2255520"/>
              <a:gd name="connsiteX29" fmla="*/ 1325880 w 2392680"/>
              <a:gd name="connsiteY29" fmla="*/ 845820 h 2255520"/>
              <a:gd name="connsiteX30" fmla="*/ 1257300 w 2392680"/>
              <a:gd name="connsiteY30" fmla="*/ 914400 h 2255520"/>
              <a:gd name="connsiteX31" fmla="*/ 1249680 w 2392680"/>
              <a:gd name="connsiteY31" fmla="*/ 937260 h 2255520"/>
              <a:gd name="connsiteX32" fmla="*/ 1226820 w 2392680"/>
              <a:gd name="connsiteY32" fmla="*/ 952500 h 2255520"/>
              <a:gd name="connsiteX33" fmla="*/ 1173480 w 2392680"/>
              <a:gd name="connsiteY33" fmla="*/ 1005840 h 2255520"/>
              <a:gd name="connsiteX34" fmla="*/ 1173480 w 2392680"/>
              <a:gd name="connsiteY34" fmla="*/ 1005840 h 2255520"/>
              <a:gd name="connsiteX35" fmla="*/ 1112520 w 2392680"/>
              <a:gd name="connsiteY35" fmla="*/ 1082040 h 2255520"/>
              <a:gd name="connsiteX36" fmla="*/ 1074420 w 2392680"/>
              <a:gd name="connsiteY36" fmla="*/ 1127760 h 2255520"/>
              <a:gd name="connsiteX37" fmla="*/ 1013460 w 2392680"/>
              <a:gd name="connsiteY37" fmla="*/ 1196340 h 2255520"/>
              <a:gd name="connsiteX38" fmla="*/ 982980 w 2392680"/>
              <a:gd name="connsiteY38" fmla="*/ 1234440 h 2255520"/>
              <a:gd name="connsiteX39" fmla="*/ 960120 w 2392680"/>
              <a:gd name="connsiteY39" fmla="*/ 1264920 h 2255520"/>
              <a:gd name="connsiteX40" fmla="*/ 944880 w 2392680"/>
              <a:gd name="connsiteY40" fmla="*/ 1287780 h 2255520"/>
              <a:gd name="connsiteX41" fmla="*/ 922020 w 2392680"/>
              <a:gd name="connsiteY41" fmla="*/ 1303020 h 2255520"/>
              <a:gd name="connsiteX42" fmla="*/ 861060 w 2392680"/>
              <a:gd name="connsiteY42" fmla="*/ 1379220 h 2255520"/>
              <a:gd name="connsiteX43" fmla="*/ 838200 w 2392680"/>
              <a:gd name="connsiteY43" fmla="*/ 1409700 h 2255520"/>
              <a:gd name="connsiteX44" fmla="*/ 807720 w 2392680"/>
              <a:gd name="connsiteY44" fmla="*/ 1432560 h 2255520"/>
              <a:gd name="connsiteX45" fmla="*/ 769620 w 2392680"/>
              <a:gd name="connsiteY45" fmla="*/ 1485900 h 2255520"/>
              <a:gd name="connsiteX46" fmla="*/ 693420 w 2392680"/>
              <a:gd name="connsiteY46" fmla="*/ 1569720 h 2255520"/>
              <a:gd name="connsiteX47" fmla="*/ 662940 w 2392680"/>
              <a:gd name="connsiteY47" fmla="*/ 1623060 h 2255520"/>
              <a:gd name="connsiteX48" fmla="*/ 632460 w 2392680"/>
              <a:gd name="connsiteY48" fmla="*/ 1645920 h 2255520"/>
              <a:gd name="connsiteX49" fmla="*/ 586740 w 2392680"/>
              <a:gd name="connsiteY49" fmla="*/ 1706880 h 2255520"/>
              <a:gd name="connsiteX50" fmla="*/ 518160 w 2392680"/>
              <a:gd name="connsiteY50" fmla="*/ 1790700 h 2255520"/>
              <a:gd name="connsiteX51" fmla="*/ 487680 w 2392680"/>
              <a:gd name="connsiteY51" fmla="*/ 1828800 h 2255520"/>
              <a:gd name="connsiteX52" fmla="*/ 464820 w 2392680"/>
              <a:gd name="connsiteY52" fmla="*/ 1851660 h 2255520"/>
              <a:gd name="connsiteX53" fmla="*/ 441960 w 2392680"/>
              <a:gd name="connsiteY53" fmla="*/ 1882140 h 2255520"/>
              <a:gd name="connsiteX54" fmla="*/ 419100 w 2392680"/>
              <a:gd name="connsiteY54" fmla="*/ 1905000 h 2255520"/>
              <a:gd name="connsiteX55" fmla="*/ 396240 w 2392680"/>
              <a:gd name="connsiteY55" fmla="*/ 1935480 h 2255520"/>
              <a:gd name="connsiteX56" fmla="*/ 381000 w 2392680"/>
              <a:gd name="connsiteY56" fmla="*/ 1958340 h 2255520"/>
              <a:gd name="connsiteX57" fmla="*/ 358140 w 2392680"/>
              <a:gd name="connsiteY57" fmla="*/ 1973580 h 2255520"/>
              <a:gd name="connsiteX58" fmla="*/ 320040 w 2392680"/>
              <a:gd name="connsiteY58" fmla="*/ 2011680 h 2255520"/>
              <a:gd name="connsiteX59" fmla="*/ 304800 w 2392680"/>
              <a:gd name="connsiteY59" fmla="*/ 2034540 h 2255520"/>
              <a:gd name="connsiteX60" fmla="*/ 281940 w 2392680"/>
              <a:gd name="connsiteY60" fmla="*/ 2049780 h 2255520"/>
              <a:gd name="connsiteX61" fmla="*/ 259080 w 2392680"/>
              <a:gd name="connsiteY61" fmla="*/ 2072640 h 2255520"/>
              <a:gd name="connsiteX62" fmla="*/ 213360 w 2392680"/>
              <a:gd name="connsiteY62" fmla="*/ 2103120 h 2255520"/>
              <a:gd name="connsiteX63" fmla="*/ 190500 w 2392680"/>
              <a:gd name="connsiteY63" fmla="*/ 2118360 h 2255520"/>
              <a:gd name="connsiteX64" fmla="*/ 167640 w 2392680"/>
              <a:gd name="connsiteY64" fmla="*/ 2133600 h 2255520"/>
              <a:gd name="connsiteX65" fmla="*/ 144780 w 2392680"/>
              <a:gd name="connsiteY65" fmla="*/ 2156460 h 2255520"/>
              <a:gd name="connsiteX66" fmla="*/ 121920 w 2392680"/>
              <a:gd name="connsiteY66" fmla="*/ 2164080 h 2255520"/>
              <a:gd name="connsiteX67" fmla="*/ 76200 w 2392680"/>
              <a:gd name="connsiteY67" fmla="*/ 2202180 h 2255520"/>
              <a:gd name="connsiteX68" fmla="*/ 30480 w 2392680"/>
              <a:gd name="connsiteY68" fmla="*/ 2225040 h 2255520"/>
              <a:gd name="connsiteX69" fmla="*/ 7620 w 2392680"/>
              <a:gd name="connsiteY69" fmla="*/ 2247900 h 2255520"/>
              <a:gd name="connsiteX70" fmla="*/ 0 w 2392680"/>
              <a:gd name="connsiteY70" fmla="*/ 2255520 h 2255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2392680" h="2255520">
                <a:moveTo>
                  <a:pt x="2392680" y="0"/>
                </a:moveTo>
                <a:cubicBezTo>
                  <a:pt x="2369820" y="2540"/>
                  <a:pt x="2346216" y="1301"/>
                  <a:pt x="2324100" y="7620"/>
                </a:cubicBezTo>
                <a:cubicBezTo>
                  <a:pt x="2309859" y="11689"/>
                  <a:pt x="2299247" y="23856"/>
                  <a:pt x="2286000" y="30480"/>
                </a:cubicBezTo>
                <a:cubicBezTo>
                  <a:pt x="2278816" y="34072"/>
                  <a:pt x="2270661" y="35280"/>
                  <a:pt x="2263140" y="38100"/>
                </a:cubicBezTo>
                <a:cubicBezTo>
                  <a:pt x="2250333" y="42903"/>
                  <a:pt x="2238016" y="49015"/>
                  <a:pt x="2225040" y="53340"/>
                </a:cubicBezTo>
                <a:cubicBezTo>
                  <a:pt x="2215105" y="56652"/>
                  <a:pt x="2204284" y="57071"/>
                  <a:pt x="2194560" y="60960"/>
                </a:cubicBezTo>
                <a:cubicBezTo>
                  <a:pt x="2102748" y="97685"/>
                  <a:pt x="2187942" y="74044"/>
                  <a:pt x="2118360" y="91440"/>
                </a:cubicBezTo>
                <a:cubicBezTo>
                  <a:pt x="2040349" y="169451"/>
                  <a:pt x="2163232" y="52571"/>
                  <a:pt x="2057400" y="129540"/>
                </a:cubicBezTo>
                <a:cubicBezTo>
                  <a:pt x="2039970" y="142217"/>
                  <a:pt x="2028922" y="162328"/>
                  <a:pt x="2011680" y="175260"/>
                </a:cubicBezTo>
                <a:cubicBezTo>
                  <a:pt x="2001520" y="182880"/>
                  <a:pt x="1991767" y="191075"/>
                  <a:pt x="1981200" y="198120"/>
                </a:cubicBezTo>
                <a:cubicBezTo>
                  <a:pt x="1968877" y="206335"/>
                  <a:pt x="1954791" y="211887"/>
                  <a:pt x="1943100" y="220980"/>
                </a:cubicBezTo>
                <a:cubicBezTo>
                  <a:pt x="1931758" y="229801"/>
                  <a:pt x="1923433" y="241998"/>
                  <a:pt x="1912620" y="251460"/>
                </a:cubicBezTo>
                <a:cubicBezTo>
                  <a:pt x="1903062" y="259823"/>
                  <a:pt x="1890722" y="264958"/>
                  <a:pt x="1882140" y="274320"/>
                </a:cubicBezTo>
                <a:cubicBezTo>
                  <a:pt x="1862571" y="295668"/>
                  <a:pt x="1852897" y="326836"/>
                  <a:pt x="1828800" y="342900"/>
                </a:cubicBezTo>
                <a:cubicBezTo>
                  <a:pt x="1774926" y="378816"/>
                  <a:pt x="1839790" y="331910"/>
                  <a:pt x="1783080" y="388620"/>
                </a:cubicBezTo>
                <a:cubicBezTo>
                  <a:pt x="1776604" y="395096"/>
                  <a:pt x="1767027" y="397734"/>
                  <a:pt x="1760220" y="403860"/>
                </a:cubicBezTo>
                <a:cubicBezTo>
                  <a:pt x="1690785" y="466351"/>
                  <a:pt x="1734061" y="448140"/>
                  <a:pt x="1684020" y="464820"/>
                </a:cubicBezTo>
                <a:lnTo>
                  <a:pt x="1607820" y="541020"/>
                </a:lnTo>
                <a:lnTo>
                  <a:pt x="1584960" y="563880"/>
                </a:lnTo>
                <a:cubicBezTo>
                  <a:pt x="1574800" y="574040"/>
                  <a:pt x="1563101" y="582865"/>
                  <a:pt x="1554480" y="594360"/>
                </a:cubicBezTo>
                <a:cubicBezTo>
                  <a:pt x="1546860" y="604520"/>
                  <a:pt x="1540600" y="615860"/>
                  <a:pt x="1531620" y="624840"/>
                </a:cubicBezTo>
                <a:cubicBezTo>
                  <a:pt x="1522640" y="633820"/>
                  <a:pt x="1510120" y="638720"/>
                  <a:pt x="1501140" y="647700"/>
                </a:cubicBezTo>
                <a:cubicBezTo>
                  <a:pt x="1492160" y="656680"/>
                  <a:pt x="1486545" y="668537"/>
                  <a:pt x="1478280" y="678180"/>
                </a:cubicBezTo>
                <a:cubicBezTo>
                  <a:pt x="1471267" y="686362"/>
                  <a:pt x="1462319" y="692761"/>
                  <a:pt x="1455420" y="701040"/>
                </a:cubicBezTo>
                <a:cubicBezTo>
                  <a:pt x="1449557" y="708075"/>
                  <a:pt x="1446656" y="717424"/>
                  <a:pt x="1440180" y="723900"/>
                </a:cubicBezTo>
                <a:cubicBezTo>
                  <a:pt x="1433704" y="730376"/>
                  <a:pt x="1424940" y="734060"/>
                  <a:pt x="1417320" y="739140"/>
                </a:cubicBezTo>
                <a:cubicBezTo>
                  <a:pt x="1412240" y="749300"/>
                  <a:pt x="1409352" y="760894"/>
                  <a:pt x="1402080" y="769620"/>
                </a:cubicBezTo>
                <a:cubicBezTo>
                  <a:pt x="1396217" y="776655"/>
                  <a:pt x="1386112" y="778829"/>
                  <a:pt x="1379220" y="784860"/>
                </a:cubicBezTo>
                <a:cubicBezTo>
                  <a:pt x="1365703" y="796687"/>
                  <a:pt x="1352947" y="809443"/>
                  <a:pt x="1341120" y="822960"/>
                </a:cubicBezTo>
                <a:cubicBezTo>
                  <a:pt x="1335089" y="829852"/>
                  <a:pt x="1332068" y="839069"/>
                  <a:pt x="1325880" y="845820"/>
                </a:cubicBezTo>
                <a:cubicBezTo>
                  <a:pt x="1304035" y="869651"/>
                  <a:pt x="1257300" y="914400"/>
                  <a:pt x="1257300" y="914400"/>
                </a:cubicBezTo>
                <a:cubicBezTo>
                  <a:pt x="1254760" y="922020"/>
                  <a:pt x="1254698" y="930988"/>
                  <a:pt x="1249680" y="937260"/>
                </a:cubicBezTo>
                <a:cubicBezTo>
                  <a:pt x="1243959" y="944411"/>
                  <a:pt x="1233627" y="946374"/>
                  <a:pt x="1226820" y="952500"/>
                </a:cubicBezTo>
                <a:cubicBezTo>
                  <a:pt x="1208130" y="969321"/>
                  <a:pt x="1191260" y="988060"/>
                  <a:pt x="1173480" y="1005840"/>
                </a:cubicBezTo>
                <a:lnTo>
                  <a:pt x="1173480" y="1005840"/>
                </a:lnTo>
                <a:cubicBezTo>
                  <a:pt x="1141379" y="1059341"/>
                  <a:pt x="1161093" y="1033467"/>
                  <a:pt x="1112520" y="1082040"/>
                </a:cubicBezTo>
                <a:cubicBezTo>
                  <a:pt x="1096216" y="1130953"/>
                  <a:pt x="1118707" y="1077937"/>
                  <a:pt x="1074420" y="1127760"/>
                </a:cubicBezTo>
                <a:cubicBezTo>
                  <a:pt x="999371" y="1212191"/>
                  <a:pt x="1084612" y="1142976"/>
                  <a:pt x="1013460" y="1196340"/>
                </a:cubicBezTo>
                <a:cubicBezTo>
                  <a:pt x="998625" y="1240844"/>
                  <a:pt x="1017447" y="1199973"/>
                  <a:pt x="982980" y="1234440"/>
                </a:cubicBezTo>
                <a:cubicBezTo>
                  <a:pt x="974000" y="1243420"/>
                  <a:pt x="967502" y="1254586"/>
                  <a:pt x="960120" y="1264920"/>
                </a:cubicBezTo>
                <a:cubicBezTo>
                  <a:pt x="954797" y="1272372"/>
                  <a:pt x="951356" y="1281304"/>
                  <a:pt x="944880" y="1287780"/>
                </a:cubicBezTo>
                <a:cubicBezTo>
                  <a:pt x="938404" y="1294256"/>
                  <a:pt x="929640" y="1297940"/>
                  <a:pt x="922020" y="1303020"/>
                </a:cubicBezTo>
                <a:cubicBezTo>
                  <a:pt x="882976" y="1381107"/>
                  <a:pt x="941688" y="1271716"/>
                  <a:pt x="861060" y="1379220"/>
                </a:cubicBezTo>
                <a:cubicBezTo>
                  <a:pt x="853440" y="1389380"/>
                  <a:pt x="847180" y="1400720"/>
                  <a:pt x="838200" y="1409700"/>
                </a:cubicBezTo>
                <a:cubicBezTo>
                  <a:pt x="829220" y="1418680"/>
                  <a:pt x="816700" y="1423580"/>
                  <a:pt x="807720" y="1432560"/>
                </a:cubicBezTo>
                <a:cubicBezTo>
                  <a:pt x="756268" y="1484012"/>
                  <a:pt x="808560" y="1442633"/>
                  <a:pt x="769620" y="1485900"/>
                </a:cubicBezTo>
                <a:cubicBezTo>
                  <a:pt x="734117" y="1525348"/>
                  <a:pt x="717822" y="1530676"/>
                  <a:pt x="693420" y="1569720"/>
                </a:cubicBezTo>
                <a:cubicBezTo>
                  <a:pt x="683459" y="1585657"/>
                  <a:pt x="676923" y="1609077"/>
                  <a:pt x="662940" y="1623060"/>
                </a:cubicBezTo>
                <a:cubicBezTo>
                  <a:pt x="653960" y="1632040"/>
                  <a:pt x="641003" y="1636523"/>
                  <a:pt x="632460" y="1645920"/>
                </a:cubicBezTo>
                <a:cubicBezTo>
                  <a:pt x="615374" y="1664714"/>
                  <a:pt x="586740" y="1706880"/>
                  <a:pt x="586740" y="1706880"/>
                </a:cubicBezTo>
                <a:cubicBezTo>
                  <a:pt x="567372" y="1764985"/>
                  <a:pt x="594320" y="1695501"/>
                  <a:pt x="518160" y="1790700"/>
                </a:cubicBezTo>
                <a:cubicBezTo>
                  <a:pt x="508000" y="1803400"/>
                  <a:pt x="498390" y="1816560"/>
                  <a:pt x="487680" y="1828800"/>
                </a:cubicBezTo>
                <a:cubicBezTo>
                  <a:pt x="480584" y="1836910"/>
                  <a:pt x="471833" y="1843478"/>
                  <a:pt x="464820" y="1851660"/>
                </a:cubicBezTo>
                <a:cubicBezTo>
                  <a:pt x="456555" y="1861303"/>
                  <a:pt x="450225" y="1872497"/>
                  <a:pt x="441960" y="1882140"/>
                </a:cubicBezTo>
                <a:cubicBezTo>
                  <a:pt x="434947" y="1890322"/>
                  <a:pt x="426113" y="1896818"/>
                  <a:pt x="419100" y="1905000"/>
                </a:cubicBezTo>
                <a:cubicBezTo>
                  <a:pt x="410835" y="1914643"/>
                  <a:pt x="403622" y="1925146"/>
                  <a:pt x="396240" y="1935480"/>
                </a:cubicBezTo>
                <a:cubicBezTo>
                  <a:pt x="390917" y="1942932"/>
                  <a:pt x="387476" y="1951864"/>
                  <a:pt x="381000" y="1958340"/>
                </a:cubicBezTo>
                <a:cubicBezTo>
                  <a:pt x="374524" y="1964816"/>
                  <a:pt x="365760" y="1968500"/>
                  <a:pt x="358140" y="1973580"/>
                </a:cubicBezTo>
                <a:cubicBezTo>
                  <a:pt x="317500" y="2034540"/>
                  <a:pt x="370840" y="1960880"/>
                  <a:pt x="320040" y="2011680"/>
                </a:cubicBezTo>
                <a:cubicBezTo>
                  <a:pt x="313564" y="2018156"/>
                  <a:pt x="311276" y="2028064"/>
                  <a:pt x="304800" y="2034540"/>
                </a:cubicBezTo>
                <a:cubicBezTo>
                  <a:pt x="298324" y="2041016"/>
                  <a:pt x="288975" y="2043917"/>
                  <a:pt x="281940" y="2049780"/>
                </a:cubicBezTo>
                <a:cubicBezTo>
                  <a:pt x="273661" y="2056679"/>
                  <a:pt x="267586" y="2066024"/>
                  <a:pt x="259080" y="2072640"/>
                </a:cubicBezTo>
                <a:cubicBezTo>
                  <a:pt x="244622" y="2083885"/>
                  <a:pt x="228600" y="2092960"/>
                  <a:pt x="213360" y="2103120"/>
                </a:cubicBezTo>
                <a:lnTo>
                  <a:pt x="190500" y="2118360"/>
                </a:lnTo>
                <a:cubicBezTo>
                  <a:pt x="182880" y="2123440"/>
                  <a:pt x="174116" y="2127124"/>
                  <a:pt x="167640" y="2133600"/>
                </a:cubicBezTo>
                <a:cubicBezTo>
                  <a:pt x="160020" y="2141220"/>
                  <a:pt x="153746" y="2150482"/>
                  <a:pt x="144780" y="2156460"/>
                </a:cubicBezTo>
                <a:cubicBezTo>
                  <a:pt x="138097" y="2160915"/>
                  <a:pt x="129540" y="2161540"/>
                  <a:pt x="121920" y="2164080"/>
                </a:cubicBezTo>
                <a:cubicBezTo>
                  <a:pt x="105068" y="2180932"/>
                  <a:pt x="97418" y="2191571"/>
                  <a:pt x="76200" y="2202180"/>
                </a:cubicBezTo>
                <a:cubicBezTo>
                  <a:pt x="41833" y="2219363"/>
                  <a:pt x="63237" y="2197743"/>
                  <a:pt x="30480" y="2225040"/>
                </a:cubicBezTo>
                <a:cubicBezTo>
                  <a:pt x="22201" y="2231939"/>
                  <a:pt x="15240" y="2240280"/>
                  <a:pt x="7620" y="2247900"/>
                </a:cubicBezTo>
                <a:lnTo>
                  <a:pt x="0" y="2255520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자유형 54"/>
          <p:cNvSpPr/>
          <p:nvPr/>
        </p:nvSpPr>
        <p:spPr>
          <a:xfrm>
            <a:off x="3708554" y="5036820"/>
            <a:ext cx="2082646" cy="1610105"/>
          </a:xfrm>
          <a:custGeom>
            <a:avLst/>
            <a:gdLst>
              <a:gd name="connsiteX0" fmla="*/ 2082646 w 2082646"/>
              <a:gd name="connsiteY0" fmla="*/ 0 h 1610105"/>
              <a:gd name="connsiteX1" fmla="*/ 2059786 w 2082646"/>
              <a:gd name="connsiteY1" fmla="*/ 7620 h 1610105"/>
              <a:gd name="connsiteX2" fmla="*/ 1960726 w 2082646"/>
              <a:gd name="connsiteY2" fmla="*/ 30480 h 1610105"/>
              <a:gd name="connsiteX3" fmla="*/ 1907386 w 2082646"/>
              <a:gd name="connsiteY3" fmla="*/ 60960 h 1610105"/>
              <a:gd name="connsiteX4" fmla="*/ 1854046 w 2082646"/>
              <a:gd name="connsiteY4" fmla="*/ 76200 h 1610105"/>
              <a:gd name="connsiteX5" fmla="*/ 1831186 w 2082646"/>
              <a:gd name="connsiteY5" fmla="*/ 83820 h 1610105"/>
              <a:gd name="connsiteX6" fmla="*/ 1770226 w 2082646"/>
              <a:gd name="connsiteY6" fmla="*/ 114300 h 1610105"/>
              <a:gd name="connsiteX7" fmla="*/ 1739746 w 2082646"/>
              <a:gd name="connsiteY7" fmla="*/ 137160 h 1610105"/>
              <a:gd name="connsiteX8" fmla="*/ 1709266 w 2082646"/>
              <a:gd name="connsiteY8" fmla="*/ 152400 h 1610105"/>
              <a:gd name="connsiteX9" fmla="*/ 1663546 w 2082646"/>
              <a:gd name="connsiteY9" fmla="*/ 182880 h 1610105"/>
              <a:gd name="connsiteX10" fmla="*/ 1633066 w 2082646"/>
              <a:gd name="connsiteY10" fmla="*/ 213360 h 1610105"/>
              <a:gd name="connsiteX11" fmla="*/ 1594966 w 2082646"/>
              <a:gd name="connsiteY11" fmla="*/ 228600 h 1610105"/>
              <a:gd name="connsiteX12" fmla="*/ 1579726 w 2082646"/>
              <a:gd name="connsiteY12" fmla="*/ 251460 h 1610105"/>
              <a:gd name="connsiteX13" fmla="*/ 1526386 w 2082646"/>
              <a:gd name="connsiteY13" fmla="*/ 289560 h 1610105"/>
              <a:gd name="connsiteX14" fmla="*/ 1465426 w 2082646"/>
              <a:gd name="connsiteY14" fmla="*/ 335280 h 1610105"/>
              <a:gd name="connsiteX15" fmla="*/ 1434946 w 2082646"/>
              <a:gd name="connsiteY15" fmla="*/ 365760 h 1610105"/>
              <a:gd name="connsiteX16" fmla="*/ 1412086 w 2082646"/>
              <a:gd name="connsiteY16" fmla="*/ 396240 h 1610105"/>
              <a:gd name="connsiteX17" fmla="*/ 1389226 w 2082646"/>
              <a:gd name="connsiteY17" fmla="*/ 411480 h 1610105"/>
              <a:gd name="connsiteX18" fmla="*/ 1366366 w 2082646"/>
              <a:gd name="connsiteY18" fmla="*/ 441960 h 1610105"/>
              <a:gd name="connsiteX19" fmla="*/ 1351126 w 2082646"/>
              <a:gd name="connsiteY19" fmla="*/ 464820 h 1610105"/>
              <a:gd name="connsiteX20" fmla="*/ 1328266 w 2082646"/>
              <a:gd name="connsiteY20" fmla="*/ 480060 h 1610105"/>
              <a:gd name="connsiteX21" fmla="*/ 1267306 w 2082646"/>
              <a:gd name="connsiteY21" fmla="*/ 556260 h 1610105"/>
              <a:gd name="connsiteX22" fmla="*/ 1244446 w 2082646"/>
              <a:gd name="connsiteY22" fmla="*/ 579120 h 1610105"/>
              <a:gd name="connsiteX23" fmla="*/ 1221586 w 2082646"/>
              <a:gd name="connsiteY23" fmla="*/ 594360 h 1610105"/>
              <a:gd name="connsiteX24" fmla="*/ 1168246 w 2082646"/>
              <a:gd name="connsiteY24" fmla="*/ 647700 h 1610105"/>
              <a:gd name="connsiteX25" fmla="*/ 1145386 w 2082646"/>
              <a:gd name="connsiteY25" fmla="*/ 670560 h 1610105"/>
              <a:gd name="connsiteX26" fmla="*/ 1122526 w 2082646"/>
              <a:gd name="connsiteY26" fmla="*/ 685800 h 1610105"/>
              <a:gd name="connsiteX27" fmla="*/ 1084426 w 2082646"/>
              <a:gd name="connsiteY27" fmla="*/ 731520 h 1610105"/>
              <a:gd name="connsiteX28" fmla="*/ 1061566 w 2082646"/>
              <a:gd name="connsiteY28" fmla="*/ 746760 h 1610105"/>
              <a:gd name="connsiteX29" fmla="*/ 992986 w 2082646"/>
              <a:gd name="connsiteY29" fmla="*/ 800100 h 1610105"/>
              <a:gd name="connsiteX30" fmla="*/ 962506 w 2082646"/>
              <a:gd name="connsiteY30" fmla="*/ 822960 h 1610105"/>
              <a:gd name="connsiteX31" fmla="*/ 871066 w 2082646"/>
              <a:gd name="connsiteY31" fmla="*/ 876300 h 1610105"/>
              <a:gd name="connsiteX32" fmla="*/ 855826 w 2082646"/>
              <a:gd name="connsiteY32" fmla="*/ 899160 h 1610105"/>
              <a:gd name="connsiteX33" fmla="*/ 794866 w 2082646"/>
              <a:gd name="connsiteY33" fmla="*/ 937260 h 1610105"/>
              <a:gd name="connsiteX34" fmla="*/ 772006 w 2082646"/>
              <a:gd name="connsiteY34" fmla="*/ 952500 h 1610105"/>
              <a:gd name="connsiteX35" fmla="*/ 749146 w 2082646"/>
              <a:gd name="connsiteY35" fmla="*/ 975360 h 1610105"/>
              <a:gd name="connsiteX36" fmla="*/ 695806 w 2082646"/>
              <a:gd name="connsiteY36" fmla="*/ 998220 h 1610105"/>
              <a:gd name="connsiteX37" fmla="*/ 650086 w 2082646"/>
              <a:gd name="connsiteY37" fmla="*/ 1028700 h 1610105"/>
              <a:gd name="connsiteX38" fmla="*/ 627226 w 2082646"/>
              <a:gd name="connsiteY38" fmla="*/ 1043940 h 1610105"/>
              <a:gd name="connsiteX39" fmla="*/ 604366 w 2082646"/>
              <a:gd name="connsiteY39" fmla="*/ 1059180 h 1610105"/>
              <a:gd name="connsiteX40" fmla="*/ 558646 w 2082646"/>
              <a:gd name="connsiteY40" fmla="*/ 1089660 h 1610105"/>
              <a:gd name="connsiteX41" fmla="*/ 520546 w 2082646"/>
              <a:gd name="connsiteY41" fmla="*/ 1120140 h 1610105"/>
              <a:gd name="connsiteX42" fmla="*/ 474826 w 2082646"/>
              <a:gd name="connsiteY42" fmla="*/ 1165860 h 1610105"/>
              <a:gd name="connsiteX43" fmla="*/ 421486 w 2082646"/>
              <a:gd name="connsiteY43" fmla="*/ 1196340 h 1610105"/>
              <a:gd name="connsiteX44" fmla="*/ 375766 w 2082646"/>
              <a:gd name="connsiteY44" fmla="*/ 1242060 h 1610105"/>
              <a:gd name="connsiteX45" fmla="*/ 330046 w 2082646"/>
              <a:gd name="connsiteY45" fmla="*/ 1280160 h 1610105"/>
              <a:gd name="connsiteX46" fmla="*/ 314806 w 2082646"/>
              <a:gd name="connsiteY46" fmla="*/ 1303020 h 1610105"/>
              <a:gd name="connsiteX47" fmla="*/ 284326 w 2082646"/>
              <a:gd name="connsiteY47" fmla="*/ 1318260 h 1610105"/>
              <a:gd name="connsiteX48" fmla="*/ 230986 w 2082646"/>
              <a:gd name="connsiteY48" fmla="*/ 1371600 h 1610105"/>
              <a:gd name="connsiteX49" fmla="*/ 177646 w 2082646"/>
              <a:gd name="connsiteY49" fmla="*/ 1432560 h 1610105"/>
              <a:gd name="connsiteX50" fmla="*/ 162406 w 2082646"/>
              <a:gd name="connsiteY50" fmla="*/ 1455420 h 1610105"/>
              <a:gd name="connsiteX51" fmla="*/ 139546 w 2082646"/>
              <a:gd name="connsiteY51" fmla="*/ 1478280 h 1610105"/>
              <a:gd name="connsiteX52" fmla="*/ 124306 w 2082646"/>
              <a:gd name="connsiteY52" fmla="*/ 1501140 h 1610105"/>
              <a:gd name="connsiteX53" fmla="*/ 78586 w 2082646"/>
              <a:gd name="connsiteY53" fmla="*/ 1539240 h 1610105"/>
              <a:gd name="connsiteX54" fmla="*/ 55726 w 2082646"/>
              <a:gd name="connsiteY54" fmla="*/ 1562100 h 1610105"/>
              <a:gd name="connsiteX55" fmla="*/ 32866 w 2082646"/>
              <a:gd name="connsiteY55" fmla="*/ 1577340 h 1610105"/>
              <a:gd name="connsiteX56" fmla="*/ 10006 w 2082646"/>
              <a:gd name="connsiteY56" fmla="*/ 1600200 h 1610105"/>
              <a:gd name="connsiteX57" fmla="*/ 10006 w 2082646"/>
              <a:gd name="connsiteY57" fmla="*/ 1524000 h 1610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082646" h="1610105">
                <a:moveTo>
                  <a:pt x="2082646" y="0"/>
                </a:moveTo>
                <a:cubicBezTo>
                  <a:pt x="2075026" y="2540"/>
                  <a:pt x="2067535" y="5507"/>
                  <a:pt x="2059786" y="7620"/>
                </a:cubicBezTo>
                <a:cubicBezTo>
                  <a:pt x="2009238" y="21406"/>
                  <a:pt x="2005157" y="21594"/>
                  <a:pt x="1960726" y="30480"/>
                </a:cubicBezTo>
                <a:cubicBezTo>
                  <a:pt x="1942445" y="42668"/>
                  <a:pt x="1928655" y="53226"/>
                  <a:pt x="1907386" y="60960"/>
                </a:cubicBezTo>
                <a:cubicBezTo>
                  <a:pt x="1890008" y="67279"/>
                  <a:pt x="1871758" y="70887"/>
                  <a:pt x="1854046" y="76200"/>
                </a:cubicBezTo>
                <a:cubicBezTo>
                  <a:pt x="1846353" y="78508"/>
                  <a:pt x="1838806" y="81280"/>
                  <a:pt x="1831186" y="83820"/>
                </a:cubicBezTo>
                <a:cubicBezTo>
                  <a:pt x="1740424" y="151891"/>
                  <a:pt x="1855828" y="71499"/>
                  <a:pt x="1770226" y="114300"/>
                </a:cubicBezTo>
                <a:cubicBezTo>
                  <a:pt x="1758867" y="119980"/>
                  <a:pt x="1750516" y="130429"/>
                  <a:pt x="1739746" y="137160"/>
                </a:cubicBezTo>
                <a:cubicBezTo>
                  <a:pt x="1730113" y="143180"/>
                  <a:pt x="1719006" y="146556"/>
                  <a:pt x="1709266" y="152400"/>
                </a:cubicBezTo>
                <a:cubicBezTo>
                  <a:pt x="1693560" y="161824"/>
                  <a:pt x="1676498" y="169928"/>
                  <a:pt x="1663546" y="182880"/>
                </a:cubicBezTo>
                <a:cubicBezTo>
                  <a:pt x="1653386" y="193040"/>
                  <a:pt x="1645021" y="205390"/>
                  <a:pt x="1633066" y="213360"/>
                </a:cubicBezTo>
                <a:cubicBezTo>
                  <a:pt x="1621685" y="220947"/>
                  <a:pt x="1607666" y="223520"/>
                  <a:pt x="1594966" y="228600"/>
                </a:cubicBezTo>
                <a:cubicBezTo>
                  <a:pt x="1589886" y="236220"/>
                  <a:pt x="1586202" y="244984"/>
                  <a:pt x="1579726" y="251460"/>
                </a:cubicBezTo>
                <a:cubicBezTo>
                  <a:pt x="1566274" y="264912"/>
                  <a:pt x="1542251" y="278022"/>
                  <a:pt x="1526386" y="289560"/>
                </a:cubicBezTo>
                <a:cubicBezTo>
                  <a:pt x="1505844" y="304500"/>
                  <a:pt x="1465426" y="335280"/>
                  <a:pt x="1465426" y="335280"/>
                </a:cubicBezTo>
                <a:cubicBezTo>
                  <a:pt x="1448232" y="386862"/>
                  <a:pt x="1472460" y="334498"/>
                  <a:pt x="1434946" y="365760"/>
                </a:cubicBezTo>
                <a:cubicBezTo>
                  <a:pt x="1425190" y="373890"/>
                  <a:pt x="1421066" y="387260"/>
                  <a:pt x="1412086" y="396240"/>
                </a:cubicBezTo>
                <a:cubicBezTo>
                  <a:pt x="1405610" y="402716"/>
                  <a:pt x="1395702" y="405004"/>
                  <a:pt x="1389226" y="411480"/>
                </a:cubicBezTo>
                <a:cubicBezTo>
                  <a:pt x="1380246" y="420460"/>
                  <a:pt x="1373748" y="431626"/>
                  <a:pt x="1366366" y="441960"/>
                </a:cubicBezTo>
                <a:cubicBezTo>
                  <a:pt x="1361043" y="449412"/>
                  <a:pt x="1357602" y="458344"/>
                  <a:pt x="1351126" y="464820"/>
                </a:cubicBezTo>
                <a:cubicBezTo>
                  <a:pt x="1344650" y="471296"/>
                  <a:pt x="1335886" y="474980"/>
                  <a:pt x="1328266" y="480060"/>
                </a:cubicBezTo>
                <a:cubicBezTo>
                  <a:pt x="1312695" y="526774"/>
                  <a:pt x="1326326" y="497240"/>
                  <a:pt x="1267306" y="556260"/>
                </a:cubicBezTo>
                <a:cubicBezTo>
                  <a:pt x="1259686" y="563880"/>
                  <a:pt x="1253412" y="573142"/>
                  <a:pt x="1244446" y="579120"/>
                </a:cubicBezTo>
                <a:cubicBezTo>
                  <a:pt x="1236826" y="584200"/>
                  <a:pt x="1228393" y="588234"/>
                  <a:pt x="1221586" y="594360"/>
                </a:cubicBezTo>
                <a:cubicBezTo>
                  <a:pt x="1202896" y="611181"/>
                  <a:pt x="1186026" y="629920"/>
                  <a:pt x="1168246" y="647700"/>
                </a:cubicBezTo>
                <a:cubicBezTo>
                  <a:pt x="1160626" y="655320"/>
                  <a:pt x="1154352" y="664582"/>
                  <a:pt x="1145386" y="670560"/>
                </a:cubicBezTo>
                <a:cubicBezTo>
                  <a:pt x="1137766" y="675640"/>
                  <a:pt x="1129561" y="679937"/>
                  <a:pt x="1122526" y="685800"/>
                </a:cubicBezTo>
                <a:cubicBezTo>
                  <a:pt x="1047626" y="748217"/>
                  <a:pt x="1144366" y="671580"/>
                  <a:pt x="1084426" y="731520"/>
                </a:cubicBezTo>
                <a:cubicBezTo>
                  <a:pt x="1077950" y="737996"/>
                  <a:pt x="1068892" y="741265"/>
                  <a:pt x="1061566" y="746760"/>
                </a:cubicBezTo>
                <a:cubicBezTo>
                  <a:pt x="1038398" y="764136"/>
                  <a:pt x="1015941" y="782442"/>
                  <a:pt x="992986" y="800100"/>
                </a:cubicBezTo>
                <a:cubicBezTo>
                  <a:pt x="982920" y="807843"/>
                  <a:pt x="973476" y="816561"/>
                  <a:pt x="962506" y="822960"/>
                </a:cubicBezTo>
                <a:lnTo>
                  <a:pt x="871066" y="876300"/>
                </a:lnTo>
                <a:cubicBezTo>
                  <a:pt x="865986" y="883920"/>
                  <a:pt x="862977" y="893439"/>
                  <a:pt x="855826" y="899160"/>
                </a:cubicBezTo>
                <a:cubicBezTo>
                  <a:pt x="837115" y="914129"/>
                  <a:pt x="814804" y="923968"/>
                  <a:pt x="794866" y="937260"/>
                </a:cubicBezTo>
                <a:cubicBezTo>
                  <a:pt x="787246" y="942340"/>
                  <a:pt x="779041" y="946637"/>
                  <a:pt x="772006" y="952500"/>
                </a:cubicBezTo>
                <a:cubicBezTo>
                  <a:pt x="763727" y="959399"/>
                  <a:pt x="757915" y="969096"/>
                  <a:pt x="749146" y="975360"/>
                </a:cubicBezTo>
                <a:cubicBezTo>
                  <a:pt x="695732" y="1013513"/>
                  <a:pt x="740579" y="973346"/>
                  <a:pt x="695806" y="998220"/>
                </a:cubicBezTo>
                <a:cubicBezTo>
                  <a:pt x="679795" y="1007115"/>
                  <a:pt x="665326" y="1018540"/>
                  <a:pt x="650086" y="1028700"/>
                </a:cubicBezTo>
                <a:lnTo>
                  <a:pt x="627226" y="1043940"/>
                </a:lnTo>
                <a:lnTo>
                  <a:pt x="604366" y="1059180"/>
                </a:lnTo>
                <a:cubicBezTo>
                  <a:pt x="566105" y="1116571"/>
                  <a:pt x="617693" y="1050295"/>
                  <a:pt x="558646" y="1089660"/>
                </a:cubicBezTo>
                <a:cubicBezTo>
                  <a:pt x="489712" y="1135616"/>
                  <a:pt x="595279" y="1095229"/>
                  <a:pt x="520546" y="1120140"/>
                </a:cubicBezTo>
                <a:cubicBezTo>
                  <a:pt x="505306" y="1135380"/>
                  <a:pt x="494103" y="1156221"/>
                  <a:pt x="474826" y="1165860"/>
                </a:cubicBezTo>
                <a:cubicBezTo>
                  <a:pt x="459056" y="1173745"/>
                  <a:pt x="435334" y="1184031"/>
                  <a:pt x="421486" y="1196340"/>
                </a:cubicBezTo>
                <a:cubicBezTo>
                  <a:pt x="405377" y="1210659"/>
                  <a:pt x="393699" y="1230105"/>
                  <a:pt x="375766" y="1242060"/>
                </a:cubicBezTo>
                <a:cubicBezTo>
                  <a:pt x="353289" y="1257045"/>
                  <a:pt x="348381" y="1258158"/>
                  <a:pt x="330046" y="1280160"/>
                </a:cubicBezTo>
                <a:cubicBezTo>
                  <a:pt x="324183" y="1287195"/>
                  <a:pt x="321841" y="1297157"/>
                  <a:pt x="314806" y="1303020"/>
                </a:cubicBezTo>
                <a:cubicBezTo>
                  <a:pt x="306080" y="1310292"/>
                  <a:pt x="293118" y="1311067"/>
                  <a:pt x="284326" y="1318260"/>
                </a:cubicBezTo>
                <a:cubicBezTo>
                  <a:pt x="264865" y="1334183"/>
                  <a:pt x="248766" y="1353820"/>
                  <a:pt x="230986" y="1371600"/>
                </a:cubicBezTo>
                <a:cubicBezTo>
                  <a:pt x="202790" y="1399796"/>
                  <a:pt x="205555" y="1395348"/>
                  <a:pt x="177646" y="1432560"/>
                </a:cubicBezTo>
                <a:cubicBezTo>
                  <a:pt x="172151" y="1439886"/>
                  <a:pt x="168269" y="1448385"/>
                  <a:pt x="162406" y="1455420"/>
                </a:cubicBezTo>
                <a:cubicBezTo>
                  <a:pt x="155507" y="1463699"/>
                  <a:pt x="146445" y="1470001"/>
                  <a:pt x="139546" y="1478280"/>
                </a:cubicBezTo>
                <a:cubicBezTo>
                  <a:pt x="133683" y="1485315"/>
                  <a:pt x="130169" y="1494105"/>
                  <a:pt x="124306" y="1501140"/>
                </a:cubicBezTo>
                <a:cubicBezTo>
                  <a:pt x="93949" y="1537569"/>
                  <a:pt x="111280" y="1511995"/>
                  <a:pt x="78586" y="1539240"/>
                </a:cubicBezTo>
                <a:cubicBezTo>
                  <a:pt x="70307" y="1546139"/>
                  <a:pt x="64005" y="1555201"/>
                  <a:pt x="55726" y="1562100"/>
                </a:cubicBezTo>
                <a:cubicBezTo>
                  <a:pt x="48691" y="1567963"/>
                  <a:pt x="39901" y="1571477"/>
                  <a:pt x="32866" y="1577340"/>
                </a:cubicBezTo>
                <a:cubicBezTo>
                  <a:pt x="24587" y="1584239"/>
                  <a:pt x="14251" y="1610105"/>
                  <a:pt x="10006" y="1600200"/>
                </a:cubicBezTo>
                <a:cubicBezTo>
                  <a:pt x="0" y="1576854"/>
                  <a:pt x="10006" y="1549400"/>
                  <a:pt x="10006" y="152400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142844" y="1857364"/>
            <a:ext cx="1433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 smtClean="0"/>
              <a:t>stmt.execute</a:t>
            </a:r>
            <a:r>
              <a:rPr lang="en-US" altLang="ko-KR" sz="1100" b="1" dirty="0" smtClean="0"/>
              <a:t>( </a:t>
            </a:r>
            <a:r>
              <a:rPr lang="en-US" altLang="ko-KR" sz="1100" b="1" dirty="0" err="1" smtClean="0"/>
              <a:t>sql</a:t>
            </a:r>
            <a:r>
              <a:rPr lang="en-US" altLang="ko-KR" sz="1100" b="1" dirty="0" smtClean="0"/>
              <a:t> )</a:t>
            </a:r>
            <a:endParaRPr lang="ko-KR" altLang="en-US" sz="1100" b="1" dirty="0"/>
          </a:p>
        </p:txBody>
      </p:sp>
      <p:sp>
        <p:nvSpPr>
          <p:cNvPr id="59" name="자유형 58"/>
          <p:cNvSpPr/>
          <p:nvPr/>
        </p:nvSpPr>
        <p:spPr>
          <a:xfrm>
            <a:off x="693420" y="1600200"/>
            <a:ext cx="5775960" cy="929640"/>
          </a:xfrm>
          <a:custGeom>
            <a:avLst/>
            <a:gdLst>
              <a:gd name="connsiteX0" fmla="*/ 0 w 5775960"/>
              <a:gd name="connsiteY0" fmla="*/ 266700 h 929640"/>
              <a:gd name="connsiteX1" fmla="*/ 335280 w 5775960"/>
              <a:gd name="connsiteY1" fmla="*/ 274320 h 929640"/>
              <a:gd name="connsiteX2" fmla="*/ 365760 w 5775960"/>
              <a:gd name="connsiteY2" fmla="*/ 281940 h 929640"/>
              <a:gd name="connsiteX3" fmla="*/ 419100 w 5775960"/>
              <a:gd name="connsiteY3" fmla="*/ 304800 h 929640"/>
              <a:gd name="connsiteX4" fmla="*/ 441960 w 5775960"/>
              <a:gd name="connsiteY4" fmla="*/ 312420 h 929640"/>
              <a:gd name="connsiteX5" fmla="*/ 502920 w 5775960"/>
              <a:gd name="connsiteY5" fmla="*/ 342900 h 929640"/>
              <a:gd name="connsiteX6" fmla="*/ 533400 w 5775960"/>
              <a:gd name="connsiteY6" fmla="*/ 358140 h 929640"/>
              <a:gd name="connsiteX7" fmla="*/ 586740 w 5775960"/>
              <a:gd name="connsiteY7" fmla="*/ 381000 h 929640"/>
              <a:gd name="connsiteX8" fmla="*/ 609600 w 5775960"/>
              <a:gd name="connsiteY8" fmla="*/ 388620 h 929640"/>
              <a:gd name="connsiteX9" fmla="*/ 678180 w 5775960"/>
              <a:gd name="connsiteY9" fmla="*/ 426720 h 929640"/>
              <a:gd name="connsiteX10" fmla="*/ 701040 w 5775960"/>
              <a:gd name="connsiteY10" fmla="*/ 449580 h 929640"/>
              <a:gd name="connsiteX11" fmla="*/ 723900 w 5775960"/>
              <a:gd name="connsiteY11" fmla="*/ 464820 h 929640"/>
              <a:gd name="connsiteX12" fmla="*/ 754380 w 5775960"/>
              <a:gd name="connsiteY12" fmla="*/ 510540 h 929640"/>
              <a:gd name="connsiteX13" fmla="*/ 777240 w 5775960"/>
              <a:gd name="connsiteY13" fmla="*/ 533400 h 929640"/>
              <a:gd name="connsiteX14" fmla="*/ 807720 w 5775960"/>
              <a:gd name="connsiteY14" fmla="*/ 579120 h 929640"/>
              <a:gd name="connsiteX15" fmla="*/ 822960 w 5775960"/>
              <a:gd name="connsiteY15" fmla="*/ 601980 h 929640"/>
              <a:gd name="connsiteX16" fmla="*/ 845820 w 5775960"/>
              <a:gd name="connsiteY16" fmla="*/ 624840 h 929640"/>
              <a:gd name="connsiteX17" fmla="*/ 853440 w 5775960"/>
              <a:gd name="connsiteY17" fmla="*/ 647700 h 929640"/>
              <a:gd name="connsiteX18" fmla="*/ 883920 w 5775960"/>
              <a:gd name="connsiteY18" fmla="*/ 693420 h 929640"/>
              <a:gd name="connsiteX19" fmla="*/ 891540 w 5775960"/>
              <a:gd name="connsiteY19" fmla="*/ 716280 h 929640"/>
              <a:gd name="connsiteX20" fmla="*/ 914400 w 5775960"/>
              <a:gd name="connsiteY20" fmla="*/ 731520 h 929640"/>
              <a:gd name="connsiteX21" fmla="*/ 967740 w 5775960"/>
              <a:gd name="connsiteY21" fmla="*/ 807720 h 929640"/>
              <a:gd name="connsiteX22" fmla="*/ 982980 w 5775960"/>
              <a:gd name="connsiteY22" fmla="*/ 830580 h 929640"/>
              <a:gd name="connsiteX23" fmla="*/ 1005840 w 5775960"/>
              <a:gd name="connsiteY23" fmla="*/ 845820 h 929640"/>
              <a:gd name="connsiteX24" fmla="*/ 1021080 w 5775960"/>
              <a:gd name="connsiteY24" fmla="*/ 868680 h 929640"/>
              <a:gd name="connsiteX25" fmla="*/ 1089660 w 5775960"/>
              <a:gd name="connsiteY25" fmla="*/ 899160 h 929640"/>
              <a:gd name="connsiteX26" fmla="*/ 1295400 w 5775960"/>
              <a:gd name="connsiteY26" fmla="*/ 914400 h 929640"/>
              <a:gd name="connsiteX27" fmla="*/ 1516380 w 5775960"/>
              <a:gd name="connsiteY27" fmla="*/ 922020 h 929640"/>
              <a:gd name="connsiteX28" fmla="*/ 1714500 w 5775960"/>
              <a:gd name="connsiteY28" fmla="*/ 929640 h 929640"/>
              <a:gd name="connsiteX29" fmla="*/ 2278380 w 5775960"/>
              <a:gd name="connsiteY29" fmla="*/ 922020 h 929640"/>
              <a:gd name="connsiteX30" fmla="*/ 3017520 w 5775960"/>
              <a:gd name="connsiteY30" fmla="*/ 914400 h 929640"/>
              <a:gd name="connsiteX31" fmla="*/ 3840480 w 5775960"/>
              <a:gd name="connsiteY31" fmla="*/ 899160 h 929640"/>
              <a:gd name="connsiteX32" fmla="*/ 3863340 w 5775960"/>
              <a:gd name="connsiteY32" fmla="*/ 891540 h 929640"/>
              <a:gd name="connsiteX33" fmla="*/ 5029200 w 5775960"/>
              <a:gd name="connsiteY33" fmla="*/ 883920 h 929640"/>
              <a:gd name="connsiteX34" fmla="*/ 5311140 w 5775960"/>
              <a:gd name="connsiteY34" fmla="*/ 899160 h 929640"/>
              <a:gd name="connsiteX35" fmla="*/ 5699760 w 5775960"/>
              <a:gd name="connsiteY35" fmla="*/ 876300 h 929640"/>
              <a:gd name="connsiteX36" fmla="*/ 5707380 w 5775960"/>
              <a:gd name="connsiteY36" fmla="*/ 853440 h 929640"/>
              <a:gd name="connsiteX37" fmla="*/ 5730240 w 5775960"/>
              <a:gd name="connsiteY37" fmla="*/ 830580 h 929640"/>
              <a:gd name="connsiteX38" fmla="*/ 5745480 w 5775960"/>
              <a:gd name="connsiteY38" fmla="*/ 807720 h 929640"/>
              <a:gd name="connsiteX39" fmla="*/ 5768340 w 5775960"/>
              <a:gd name="connsiteY39" fmla="*/ 731520 h 929640"/>
              <a:gd name="connsiteX40" fmla="*/ 5775960 w 5775960"/>
              <a:gd name="connsiteY40" fmla="*/ 708660 h 929640"/>
              <a:gd name="connsiteX41" fmla="*/ 5768340 w 5775960"/>
              <a:gd name="connsiteY41" fmla="*/ 609600 h 929640"/>
              <a:gd name="connsiteX42" fmla="*/ 5760720 w 5775960"/>
              <a:gd name="connsiteY42" fmla="*/ 579120 h 929640"/>
              <a:gd name="connsiteX43" fmla="*/ 5684520 w 5775960"/>
              <a:gd name="connsiteY43" fmla="*/ 525780 h 929640"/>
              <a:gd name="connsiteX44" fmla="*/ 5661660 w 5775960"/>
              <a:gd name="connsiteY44" fmla="*/ 518160 h 929640"/>
              <a:gd name="connsiteX45" fmla="*/ 5478780 w 5775960"/>
              <a:gd name="connsiteY45" fmla="*/ 495300 h 929640"/>
              <a:gd name="connsiteX46" fmla="*/ 5402580 w 5775960"/>
              <a:gd name="connsiteY46" fmla="*/ 480060 h 929640"/>
              <a:gd name="connsiteX47" fmla="*/ 5372100 w 5775960"/>
              <a:gd name="connsiteY47" fmla="*/ 472440 h 929640"/>
              <a:gd name="connsiteX48" fmla="*/ 5334000 w 5775960"/>
              <a:gd name="connsiteY48" fmla="*/ 464820 h 929640"/>
              <a:gd name="connsiteX49" fmla="*/ 5242560 w 5775960"/>
              <a:gd name="connsiteY49" fmla="*/ 419100 h 929640"/>
              <a:gd name="connsiteX50" fmla="*/ 5196840 w 5775960"/>
              <a:gd name="connsiteY50" fmla="*/ 373380 h 929640"/>
              <a:gd name="connsiteX51" fmla="*/ 5181600 w 5775960"/>
              <a:gd name="connsiteY51" fmla="*/ 342900 h 929640"/>
              <a:gd name="connsiteX52" fmla="*/ 5166360 w 5775960"/>
              <a:gd name="connsiteY52" fmla="*/ 289560 h 929640"/>
              <a:gd name="connsiteX53" fmla="*/ 5173980 w 5775960"/>
              <a:gd name="connsiteY53" fmla="*/ 167640 h 929640"/>
              <a:gd name="connsiteX54" fmla="*/ 5181600 w 5775960"/>
              <a:gd name="connsiteY54" fmla="*/ 144780 h 929640"/>
              <a:gd name="connsiteX55" fmla="*/ 5212080 w 5775960"/>
              <a:gd name="connsiteY55" fmla="*/ 99060 h 929640"/>
              <a:gd name="connsiteX56" fmla="*/ 5257800 w 5775960"/>
              <a:gd name="connsiteY56" fmla="*/ 68580 h 929640"/>
              <a:gd name="connsiteX57" fmla="*/ 5280660 w 5775960"/>
              <a:gd name="connsiteY57" fmla="*/ 53340 h 929640"/>
              <a:gd name="connsiteX58" fmla="*/ 5326380 w 5775960"/>
              <a:gd name="connsiteY58" fmla="*/ 38100 h 929640"/>
              <a:gd name="connsiteX59" fmla="*/ 5349240 w 5775960"/>
              <a:gd name="connsiteY59" fmla="*/ 30480 h 929640"/>
              <a:gd name="connsiteX60" fmla="*/ 5387340 w 5775960"/>
              <a:gd name="connsiteY60" fmla="*/ 22860 h 929640"/>
              <a:gd name="connsiteX61" fmla="*/ 5417820 w 5775960"/>
              <a:gd name="connsiteY61" fmla="*/ 15240 h 929640"/>
              <a:gd name="connsiteX62" fmla="*/ 5463540 w 5775960"/>
              <a:gd name="connsiteY62" fmla="*/ 0 h 92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5775960" h="929640">
                <a:moveTo>
                  <a:pt x="0" y="266700"/>
                </a:moveTo>
                <a:lnTo>
                  <a:pt x="335280" y="274320"/>
                </a:lnTo>
                <a:cubicBezTo>
                  <a:pt x="345744" y="274756"/>
                  <a:pt x="355690" y="279063"/>
                  <a:pt x="365760" y="281940"/>
                </a:cubicBezTo>
                <a:cubicBezTo>
                  <a:pt x="401501" y="292152"/>
                  <a:pt x="378460" y="287383"/>
                  <a:pt x="419100" y="304800"/>
                </a:cubicBezTo>
                <a:cubicBezTo>
                  <a:pt x="426483" y="307964"/>
                  <a:pt x="434648" y="309096"/>
                  <a:pt x="441960" y="312420"/>
                </a:cubicBezTo>
                <a:cubicBezTo>
                  <a:pt x="462642" y="321821"/>
                  <a:pt x="482600" y="332740"/>
                  <a:pt x="502920" y="342900"/>
                </a:cubicBezTo>
                <a:cubicBezTo>
                  <a:pt x="513080" y="347980"/>
                  <a:pt x="522624" y="354548"/>
                  <a:pt x="533400" y="358140"/>
                </a:cubicBezTo>
                <a:cubicBezTo>
                  <a:pt x="587011" y="376010"/>
                  <a:pt x="520828" y="352752"/>
                  <a:pt x="586740" y="381000"/>
                </a:cubicBezTo>
                <a:cubicBezTo>
                  <a:pt x="594123" y="384164"/>
                  <a:pt x="602579" y="384719"/>
                  <a:pt x="609600" y="388620"/>
                </a:cubicBezTo>
                <a:cubicBezTo>
                  <a:pt x="688205" y="432289"/>
                  <a:pt x="626454" y="409478"/>
                  <a:pt x="678180" y="426720"/>
                </a:cubicBezTo>
                <a:cubicBezTo>
                  <a:pt x="685800" y="434340"/>
                  <a:pt x="692761" y="442681"/>
                  <a:pt x="701040" y="449580"/>
                </a:cubicBezTo>
                <a:cubicBezTo>
                  <a:pt x="708075" y="455443"/>
                  <a:pt x="717869" y="457928"/>
                  <a:pt x="723900" y="464820"/>
                </a:cubicBezTo>
                <a:cubicBezTo>
                  <a:pt x="735961" y="478604"/>
                  <a:pt x="741428" y="497588"/>
                  <a:pt x="754380" y="510540"/>
                </a:cubicBezTo>
                <a:cubicBezTo>
                  <a:pt x="762000" y="518160"/>
                  <a:pt x="770624" y="524894"/>
                  <a:pt x="777240" y="533400"/>
                </a:cubicBezTo>
                <a:cubicBezTo>
                  <a:pt x="788485" y="547858"/>
                  <a:pt x="797560" y="563880"/>
                  <a:pt x="807720" y="579120"/>
                </a:cubicBezTo>
                <a:cubicBezTo>
                  <a:pt x="812800" y="586740"/>
                  <a:pt x="816484" y="595504"/>
                  <a:pt x="822960" y="601980"/>
                </a:cubicBezTo>
                <a:lnTo>
                  <a:pt x="845820" y="624840"/>
                </a:lnTo>
                <a:cubicBezTo>
                  <a:pt x="848360" y="632460"/>
                  <a:pt x="849539" y="640679"/>
                  <a:pt x="853440" y="647700"/>
                </a:cubicBezTo>
                <a:cubicBezTo>
                  <a:pt x="862335" y="663711"/>
                  <a:pt x="878128" y="676044"/>
                  <a:pt x="883920" y="693420"/>
                </a:cubicBezTo>
                <a:cubicBezTo>
                  <a:pt x="886460" y="701040"/>
                  <a:pt x="886522" y="710008"/>
                  <a:pt x="891540" y="716280"/>
                </a:cubicBezTo>
                <a:cubicBezTo>
                  <a:pt x="897261" y="723431"/>
                  <a:pt x="906780" y="726440"/>
                  <a:pt x="914400" y="731520"/>
                </a:cubicBezTo>
                <a:cubicBezTo>
                  <a:pt x="984471" y="836626"/>
                  <a:pt x="911324" y="728737"/>
                  <a:pt x="967740" y="807720"/>
                </a:cubicBezTo>
                <a:cubicBezTo>
                  <a:pt x="973063" y="815172"/>
                  <a:pt x="976504" y="824104"/>
                  <a:pt x="982980" y="830580"/>
                </a:cubicBezTo>
                <a:cubicBezTo>
                  <a:pt x="989456" y="837056"/>
                  <a:pt x="998220" y="840740"/>
                  <a:pt x="1005840" y="845820"/>
                </a:cubicBezTo>
                <a:cubicBezTo>
                  <a:pt x="1010920" y="853440"/>
                  <a:pt x="1014604" y="862204"/>
                  <a:pt x="1021080" y="868680"/>
                </a:cubicBezTo>
                <a:cubicBezTo>
                  <a:pt x="1039193" y="886793"/>
                  <a:pt x="1067024" y="891615"/>
                  <a:pt x="1089660" y="899160"/>
                </a:cubicBezTo>
                <a:cubicBezTo>
                  <a:pt x="1170068" y="925963"/>
                  <a:pt x="1107033" y="907292"/>
                  <a:pt x="1295400" y="914400"/>
                </a:cubicBezTo>
                <a:lnTo>
                  <a:pt x="1516380" y="922020"/>
                </a:lnTo>
                <a:lnTo>
                  <a:pt x="1714500" y="929640"/>
                </a:lnTo>
                <a:lnTo>
                  <a:pt x="2278380" y="922020"/>
                </a:lnTo>
                <a:lnTo>
                  <a:pt x="3017520" y="914400"/>
                </a:lnTo>
                <a:lnTo>
                  <a:pt x="3840480" y="899160"/>
                </a:lnTo>
                <a:cubicBezTo>
                  <a:pt x="3848100" y="896620"/>
                  <a:pt x="3855318" y="891948"/>
                  <a:pt x="3863340" y="891540"/>
                </a:cubicBezTo>
                <a:cubicBezTo>
                  <a:pt x="4369774" y="865789"/>
                  <a:pt x="4436009" y="877805"/>
                  <a:pt x="5029200" y="883920"/>
                </a:cubicBezTo>
                <a:cubicBezTo>
                  <a:pt x="5123180" y="889000"/>
                  <a:pt x="5217030" y="897998"/>
                  <a:pt x="5311140" y="899160"/>
                </a:cubicBezTo>
                <a:cubicBezTo>
                  <a:pt x="5623279" y="903014"/>
                  <a:pt x="5545818" y="920283"/>
                  <a:pt x="5699760" y="876300"/>
                </a:cubicBezTo>
                <a:cubicBezTo>
                  <a:pt x="5702300" y="868680"/>
                  <a:pt x="5702925" y="860123"/>
                  <a:pt x="5707380" y="853440"/>
                </a:cubicBezTo>
                <a:cubicBezTo>
                  <a:pt x="5713358" y="844474"/>
                  <a:pt x="5723341" y="838859"/>
                  <a:pt x="5730240" y="830580"/>
                </a:cubicBezTo>
                <a:cubicBezTo>
                  <a:pt x="5736103" y="823545"/>
                  <a:pt x="5740400" y="815340"/>
                  <a:pt x="5745480" y="807720"/>
                </a:cubicBezTo>
                <a:cubicBezTo>
                  <a:pt x="5756996" y="761655"/>
                  <a:pt x="5749788" y="787175"/>
                  <a:pt x="5768340" y="731520"/>
                </a:cubicBezTo>
                <a:lnTo>
                  <a:pt x="5775960" y="708660"/>
                </a:lnTo>
                <a:cubicBezTo>
                  <a:pt x="5773420" y="675640"/>
                  <a:pt x="5772209" y="642491"/>
                  <a:pt x="5768340" y="609600"/>
                </a:cubicBezTo>
                <a:cubicBezTo>
                  <a:pt x="5767116" y="599199"/>
                  <a:pt x="5766726" y="587700"/>
                  <a:pt x="5760720" y="579120"/>
                </a:cubicBezTo>
                <a:cubicBezTo>
                  <a:pt x="5724212" y="526965"/>
                  <a:pt x="5727835" y="538156"/>
                  <a:pt x="5684520" y="525780"/>
                </a:cubicBezTo>
                <a:cubicBezTo>
                  <a:pt x="5676797" y="523573"/>
                  <a:pt x="5669555" y="519640"/>
                  <a:pt x="5661660" y="518160"/>
                </a:cubicBezTo>
                <a:cubicBezTo>
                  <a:pt x="5579046" y="502670"/>
                  <a:pt x="5558774" y="502572"/>
                  <a:pt x="5478780" y="495300"/>
                </a:cubicBezTo>
                <a:cubicBezTo>
                  <a:pt x="5453380" y="490220"/>
                  <a:pt x="5427710" y="486342"/>
                  <a:pt x="5402580" y="480060"/>
                </a:cubicBezTo>
                <a:cubicBezTo>
                  <a:pt x="5392420" y="477520"/>
                  <a:pt x="5382323" y="474712"/>
                  <a:pt x="5372100" y="472440"/>
                </a:cubicBezTo>
                <a:cubicBezTo>
                  <a:pt x="5359457" y="469630"/>
                  <a:pt x="5346495" y="468228"/>
                  <a:pt x="5334000" y="464820"/>
                </a:cubicBezTo>
                <a:cubicBezTo>
                  <a:pt x="5299914" y="455524"/>
                  <a:pt x="5268570" y="445110"/>
                  <a:pt x="5242560" y="419100"/>
                </a:cubicBezTo>
                <a:cubicBezTo>
                  <a:pt x="5227320" y="403860"/>
                  <a:pt x="5206479" y="392657"/>
                  <a:pt x="5196840" y="373380"/>
                </a:cubicBezTo>
                <a:cubicBezTo>
                  <a:pt x="5191760" y="363220"/>
                  <a:pt x="5186075" y="353341"/>
                  <a:pt x="5181600" y="342900"/>
                </a:cubicBezTo>
                <a:cubicBezTo>
                  <a:pt x="5175041" y="327596"/>
                  <a:pt x="5170227" y="305027"/>
                  <a:pt x="5166360" y="289560"/>
                </a:cubicBezTo>
                <a:cubicBezTo>
                  <a:pt x="5168900" y="248920"/>
                  <a:pt x="5169717" y="208136"/>
                  <a:pt x="5173980" y="167640"/>
                </a:cubicBezTo>
                <a:cubicBezTo>
                  <a:pt x="5174821" y="159652"/>
                  <a:pt x="5177699" y="151801"/>
                  <a:pt x="5181600" y="144780"/>
                </a:cubicBezTo>
                <a:cubicBezTo>
                  <a:pt x="5190495" y="128769"/>
                  <a:pt x="5196840" y="109220"/>
                  <a:pt x="5212080" y="99060"/>
                </a:cubicBezTo>
                <a:lnTo>
                  <a:pt x="5257800" y="68580"/>
                </a:lnTo>
                <a:cubicBezTo>
                  <a:pt x="5265420" y="63500"/>
                  <a:pt x="5271972" y="56236"/>
                  <a:pt x="5280660" y="53340"/>
                </a:cubicBezTo>
                <a:lnTo>
                  <a:pt x="5326380" y="38100"/>
                </a:lnTo>
                <a:cubicBezTo>
                  <a:pt x="5334000" y="35560"/>
                  <a:pt x="5341364" y="32055"/>
                  <a:pt x="5349240" y="30480"/>
                </a:cubicBezTo>
                <a:cubicBezTo>
                  <a:pt x="5361940" y="27940"/>
                  <a:pt x="5374697" y="25670"/>
                  <a:pt x="5387340" y="22860"/>
                </a:cubicBezTo>
                <a:cubicBezTo>
                  <a:pt x="5397563" y="20588"/>
                  <a:pt x="5407789" y="18249"/>
                  <a:pt x="5417820" y="15240"/>
                </a:cubicBezTo>
                <a:cubicBezTo>
                  <a:pt x="5433207" y="10624"/>
                  <a:pt x="5463540" y="0"/>
                  <a:pt x="5463540" y="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자유형 59"/>
          <p:cNvSpPr/>
          <p:nvPr/>
        </p:nvSpPr>
        <p:spPr>
          <a:xfrm>
            <a:off x="1198628" y="1638300"/>
            <a:ext cx="6018661" cy="1029773"/>
          </a:xfrm>
          <a:custGeom>
            <a:avLst/>
            <a:gdLst>
              <a:gd name="connsiteX0" fmla="*/ 5926072 w 6018661"/>
              <a:gd name="connsiteY0" fmla="*/ 0 h 1029773"/>
              <a:gd name="connsiteX1" fmla="*/ 5948932 w 6018661"/>
              <a:gd name="connsiteY1" fmla="*/ 7620 h 1029773"/>
              <a:gd name="connsiteX2" fmla="*/ 5956552 w 6018661"/>
              <a:gd name="connsiteY2" fmla="*/ 30480 h 1029773"/>
              <a:gd name="connsiteX3" fmla="*/ 5971792 w 6018661"/>
              <a:gd name="connsiteY3" fmla="*/ 53340 h 1029773"/>
              <a:gd name="connsiteX4" fmla="*/ 5987032 w 6018661"/>
              <a:gd name="connsiteY4" fmla="*/ 121920 h 1029773"/>
              <a:gd name="connsiteX5" fmla="*/ 6002272 w 6018661"/>
              <a:gd name="connsiteY5" fmla="*/ 160020 h 1029773"/>
              <a:gd name="connsiteX6" fmla="*/ 6002272 w 6018661"/>
              <a:gd name="connsiteY6" fmla="*/ 495300 h 1029773"/>
              <a:gd name="connsiteX7" fmla="*/ 5994652 w 6018661"/>
              <a:gd name="connsiteY7" fmla="*/ 541020 h 1029773"/>
              <a:gd name="connsiteX8" fmla="*/ 5956552 w 6018661"/>
              <a:gd name="connsiteY8" fmla="*/ 640080 h 1029773"/>
              <a:gd name="connsiteX9" fmla="*/ 5926072 w 6018661"/>
              <a:gd name="connsiteY9" fmla="*/ 685800 h 1029773"/>
              <a:gd name="connsiteX10" fmla="*/ 5887972 w 6018661"/>
              <a:gd name="connsiteY10" fmla="*/ 754380 h 1029773"/>
              <a:gd name="connsiteX11" fmla="*/ 5865112 w 6018661"/>
              <a:gd name="connsiteY11" fmla="*/ 784860 h 1029773"/>
              <a:gd name="connsiteX12" fmla="*/ 5842252 w 6018661"/>
              <a:gd name="connsiteY12" fmla="*/ 800100 h 1029773"/>
              <a:gd name="connsiteX13" fmla="*/ 5773672 w 6018661"/>
              <a:gd name="connsiteY13" fmla="*/ 853440 h 1029773"/>
              <a:gd name="connsiteX14" fmla="*/ 5773672 w 6018661"/>
              <a:gd name="connsiteY14" fmla="*/ 853440 h 1029773"/>
              <a:gd name="connsiteX15" fmla="*/ 5743192 w 6018661"/>
              <a:gd name="connsiteY15" fmla="*/ 876300 h 1029773"/>
              <a:gd name="connsiteX16" fmla="*/ 5712712 w 6018661"/>
              <a:gd name="connsiteY16" fmla="*/ 883920 h 1029773"/>
              <a:gd name="connsiteX17" fmla="*/ 5644132 w 6018661"/>
              <a:gd name="connsiteY17" fmla="*/ 929640 h 1029773"/>
              <a:gd name="connsiteX18" fmla="*/ 5621272 w 6018661"/>
              <a:gd name="connsiteY18" fmla="*/ 944880 h 1029773"/>
              <a:gd name="connsiteX19" fmla="*/ 5590792 w 6018661"/>
              <a:gd name="connsiteY19" fmla="*/ 952500 h 1029773"/>
              <a:gd name="connsiteX20" fmla="*/ 5560312 w 6018661"/>
              <a:gd name="connsiteY20" fmla="*/ 967740 h 1029773"/>
              <a:gd name="connsiteX21" fmla="*/ 5514592 w 6018661"/>
              <a:gd name="connsiteY21" fmla="*/ 975360 h 1029773"/>
              <a:gd name="connsiteX22" fmla="*/ 5491732 w 6018661"/>
              <a:gd name="connsiteY22" fmla="*/ 982980 h 1029773"/>
              <a:gd name="connsiteX23" fmla="*/ 5453632 w 6018661"/>
              <a:gd name="connsiteY23" fmla="*/ 990600 h 1029773"/>
              <a:gd name="connsiteX24" fmla="*/ 5423152 w 6018661"/>
              <a:gd name="connsiteY24" fmla="*/ 998220 h 1029773"/>
              <a:gd name="connsiteX25" fmla="*/ 4904992 w 6018661"/>
              <a:gd name="connsiteY25" fmla="*/ 1013460 h 1029773"/>
              <a:gd name="connsiteX26" fmla="*/ 4630672 w 6018661"/>
              <a:gd name="connsiteY26" fmla="*/ 1013460 h 1029773"/>
              <a:gd name="connsiteX27" fmla="*/ 4569712 w 6018661"/>
              <a:gd name="connsiteY27" fmla="*/ 998220 h 1029773"/>
              <a:gd name="connsiteX28" fmla="*/ 4501132 w 6018661"/>
              <a:gd name="connsiteY28" fmla="*/ 982980 h 1029773"/>
              <a:gd name="connsiteX29" fmla="*/ 4478272 w 6018661"/>
              <a:gd name="connsiteY29" fmla="*/ 975360 h 1029773"/>
              <a:gd name="connsiteX30" fmla="*/ 4188712 w 6018661"/>
              <a:gd name="connsiteY30" fmla="*/ 967740 h 1029773"/>
              <a:gd name="connsiteX31" fmla="*/ 3220972 w 6018661"/>
              <a:gd name="connsiteY31" fmla="*/ 960120 h 1029773"/>
              <a:gd name="connsiteX32" fmla="*/ 874012 w 6018661"/>
              <a:gd name="connsiteY32" fmla="*/ 952500 h 1029773"/>
              <a:gd name="connsiteX33" fmla="*/ 538732 w 6018661"/>
              <a:gd name="connsiteY33" fmla="*/ 929640 h 1029773"/>
              <a:gd name="connsiteX34" fmla="*/ 454912 w 6018661"/>
              <a:gd name="connsiteY34" fmla="*/ 914400 h 1029773"/>
              <a:gd name="connsiteX35" fmla="*/ 424432 w 6018661"/>
              <a:gd name="connsiteY35" fmla="*/ 906780 h 1029773"/>
              <a:gd name="connsiteX36" fmla="*/ 378712 w 6018661"/>
              <a:gd name="connsiteY36" fmla="*/ 899160 h 1029773"/>
              <a:gd name="connsiteX37" fmla="*/ 332992 w 6018661"/>
              <a:gd name="connsiteY37" fmla="*/ 883920 h 1029773"/>
              <a:gd name="connsiteX38" fmla="*/ 302512 w 6018661"/>
              <a:gd name="connsiteY38" fmla="*/ 876300 h 1029773"/>
              <a:gd name="connsiteX39" fmla="*/ 256792 w 6018661"/>
              <a:gd name="connsiteY39" fmla="*/ 861060 h 1029773"/>
              <a:gd name="connsiteX40" fmla="*/ 226312 w 6018661"/>
              <a:gd name="connsiteY40" fmla="*/ 853440 h 1029773"/>
              <a:gd name="connsiteX41" fmla="*/ 157732 w 6018661"/>
              <a:gd name="connsiteY41" fmla="*/ 830580 h 1029773"/>
              <a:gd name="connsiteX42" fmla="*/ 12952 w 6018661"/>
              <a:gd name="connsiteY42" fmla="*/ 838200 h 1029773"/>
              <a:gd name="connsiteX43" fmla="*/ 51052 w 6018661"/>
              <a:gd name="connsiteY43" fmla="*/ 830580 h 102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018661" h="1029773">
                <a:moveTo>
                  <a:pt x="5926072" y="0"/>
                </a:moveTo>
                <a:cubicBezTo>
                  <a:pt x="5933692" y="2540"/>
                  <a:pt x="5943252" y="1940"/>
                  <a:pt x="5948932" y="7620"/>
                </a:cubicBezTo>
                <a:cubicBezTo>
                  <a:pt x="5954612" y="13300"/>
                  <a:pt x="5952960" y="23296"/>
                  <a:pt x="5956552" y="30480"/>
                </a:cubicBezTo>
                <a:cubicBezTo>
                  <a:pt x="5960648" y="38671"/>
                  <a:pt x="5967696" y="45149"/>
                  <a:pt x="5971792" y="53340"/>
                </a:cubicBezTo>
                <a:cubicBezTo>
                  <a:pt x="5983301" y="76359"/>
                  <a:pt x="5980008" y="96166"/>
                  <a:pt x="5987032" y="121920"/>
                </a:cubicBezTo>
                <a:cubicBezTo>
                  <a:pt x="5990631" y="135116"/>
                  <a:pt x="5997192" y="147320"/>
                  <a:pt x="6002272" y="160020"/>
                </a:cubicBezTo>
                <a:cubicBezTo>
                  <a:pt x="6018661" y="307523"/>
                  <a:pt x="6014617" y="242223"/>
                  <a:pt x="6002272" y="495300"/>
                </a:cubicBezTo>
                <a:cubicBezTo>
                  <a:pt x="6001519" y="510732"/>
                  <a:pt x="5998633" y="526091"/>
                  <a:pt x="5994652" y="541020"/>
                </a:cubicBezTo>
                <a:cubicBezTo>
                  <a:pt x="5986553" y="571392"/>
                  <a:pt x="5973917" y="611139"/>
                  <a:pt x="5956552" y="640080"/>
                </a:cubicBezTo>
                <a:cubicBezTo>
                  <a:pt x="5947128" y="655786"/>
                  <a:pt x="5931864" y="668424"/>
                  <a:pt x="5926072" y="685800"/>
                </a:cubicBezTo>
                <a:cubicBezTo>
                  <a:pt x="5914192" y="721440"/>
                  <a:pt x="5919414" y="712457"/>
                  <a:pt x="5887972" y="754380"/>
                </a:cubicBezTo>
                <a:cubicBezTo>
                  <a:pt x="5880352" y="764540"/>
                  <a:pt x="5874092" y="775880"/>
                  <a:pt x="5865112" y="784860"/>
                </a:cubicBezTo>
                <a:cubicBezTo>
                  <a:pt x="5858636" y="791336"/>
                  <a:pt x="5849287" y="794237"/>
                  <a:pt x="5842252" y="800100"/>
                </a:cubicBezTo>
                <a:cubicBezTo>
                  <a:pt x="5770629" y="859786"/>
                  <a:pt x="5889226" y="776404"/>
                  <a:pt x="5773672" y="853440"/>
                </a:cubicBezTo>
                <a:lnTo>
                  <a:pt x="5773672" y="853440"/>
                </a:lnTo>
                <a:cubicBezTo>
                  <a:pt x="5763512" y="861060"/>
                  <a:pt x="5754551" y="870620"/>
                  <a:pt x="5743192" y="876300"/>
                </a:cubicBezTo>
                <a:cubicBezTo>
                  <a:pt x="5733825" y="880984"/>
                  <a:pt x="5722872" y="881380"/>
                  <a:pt x="5712712" y="883920"/>
                </a:cubicBezTo>
                <a:lnTo>
                  <a:pt x="5644132" y="929640"/>
                </a:lnTo>
                <a:cubicBezTo>
                  <a:pt x="5636512" y="934720"/>
                  <a:pt x="5630157" y="942659"/>
                  <a:pt x="5621272" y="944880"/>
                </a:cubicBezTo>
                <a:cubicBezTo>
                  <a:pt x="5611112" y="947420"/>
                  <a:pt x="5600598" y="948823"/>
                  <a:pt x="5590792" y="952500"/>
                </a:cubicBezTo>
                <a:cubicBezTo>
                  <a:pt x="5580156" y="956488"/>
                  <a:pt x="5571192" y="964476"/>
                  <a:pt x="5560312" y="967740"/>
                </a:cubicBezTo>
                <a:cubicBezTo>
                  <a:pt x="5545513" y="972180"/>
                  <a:pt x="5529674" y="972008"/>
                  <a:pt x="5514592" y="975360"/>
                </a:cubicBezTo>
                <a:cubicBezTo>
                  <a:pt x="5506751" y="977102"/>
                  <a:pt x="5499524" y="981032"/>
                  <a:pt x="5491732" y="982980"/>
                </a:cubicBezTo>
                <a:cubicBezTo>
                  <a:pt x="5479167" y="986121"/>
                  <a:pt x="5466275" y="987790"/>
                  <a:pt x="5453632" y="990600"/>
                </a:cubicBezTo>
                <a:cubicBezTo>
                  <a:pt x="5443409" y="992872"/>
                  <a:pt x="5433533" y="996836"/>
                  <a:pt x="5423152" y="998220"/>
                </a:cubicBezTo>
                <a:cubicBezTo>
                  <a:pt x="5278672" y="1017484"/>
                  <a:pt x="4936168" y="1012913"/>
                  <a:pt x="4904992" y="1013460"/>
                </a:cubicBezTo>
                <a:cubicBezTo>
                  <a:pt x="4790804" y="1029773"/>
                  <a:pt x="4819884" y="1028802"/>
                  <a:pt x="4630672" y="1013460"/>
                </a:cubicBezTo>
                <a:cubicBezTo>
                  <a:pt x="4609795" y="1011767"/>
                  <a:pt x="4590251" y="1002328"/>
                  <a:pt x="4569712" y="998220"/>
                </a:cubicBezTo>
                <a:cubicBezTo>
                  <a:pt x="4543523" y="992982"/>
                  <a:pt x="4526241" y="990154"/>
                  <a:pt x="4501132" y="982980"/>
                </a:cubicBezTo>
                <a:cubicBezTo>
                  <a:pt x="4493409" y="980773"/>
                  <a:pt x="4486295" y="975751"/>
                  <a:pt x="4478272" y="975360"/>
                </a:cubicBezTo>
                <a:cubicBezTo>
                  <a:pt x="4381833" y="970656"/>
                  <a:pt x="4285258" y="968910"/>
                  <a:pt x="4188712" y="967740"/>
                </a:cubicBezTo>
                <a:lnTo>
                  <a:pt x="3220972" y="960120"/>
                </a:lnTo>
                <a:lnTo>
                  <a:pt x="874012" y="952500"/>
                </a:lnTo>
                <a:cubicBezTo>
                  <a:pt x="757959" y="945673"/>
                  <a:pt x="657025" y="940394"/>
                  <a:pt x="538732" y="929640"/>
                </a:cubicBezTo>
                <a:cubicBezTo>
                  <a:pt x="524734" y="928367"/>
                  <a:pt x="470861" y="917944"/>
                  <a:pt x="454912" y="914400"/>
                </a:cubicBezTo>
                <a:cubicBezTo>
                  <a:pt x="444689" y="912128"/>
                  <a:pt x="434701" y="908834"/>
                  <a:pt x="424432" y="906780"/>
                </a:cubicBezTo>
                <a:cubicBezTo>
                  <a:pt x="409282" y="903750"/>
                  <a:pt x="393701" y="902907"/>
                  <a:pt x="378712" y="899160"/>
                </a:cubicBezTo>
                <a:cubicBezTo>
                  <a:pt x="363127" y="895264"/>
                  <a:pt x="348577" y="887816"/>
                  <a:pt x="332992" y="883920"/>
                </a:cubicBezTo>
                <a:cubicBezTo>
                  <a:pt x="322832" y="881380"/>
                  <a:pt x="312543" y="879309"/>
                  <a:pt x="302512" y="876300"/>
                </a:cubicBezTo>
                <a:cubicBezTo>
                  <a:pt x="287125" y="871684"/>
                  <a:pt x="272377" y="864956"/>
                  <a:pt x="256792" y="861060"/>
                </a:cubicBezTo>
                <a:cubicBezTo>
                  <a:pt x="246632" y="858520"/>
                  <a:pt x="236322" y="856520"/>
                  <a:pt x="226312" y="853440"/>
                </a:cubicBezTo>
                <a:cubicBezTo>
                  <a:pt x="203281" y="846354"/>
                  <a:pt x="157732" y="830580"/>
                  <a:pt x="157732" y="830580"/>
                </a:cubicBezTo>
                <a:cubicBezTo>
                  <a:pt x="109472" y="833120"/>
                  <a:pt x="61279" y="838200"/>
                  <a:pt x="12952" y="838200"/>
                </a:cubicBezTo>
                <a:cubicBezTo>
                  <a:pt x="0" y="838200"/>
                  <a:pt x="51052" y="830580"/>
                  <a:pt x="51052" y="83058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714348" y="2310134"/>
            <a:ext cx="6238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 smtClean="0"/>
              <a:t>int</a:t>
            </a:r>
            <a:r>
              <a:rPr lang="en-US" altLang="ko-KR" sz="1100" b="1" dirty="0" smtClean="0"/>
              <a:t> </a:t>
            </a:r>
            <a:r>
              <a:rPr lang="en-US" altLang="ko-KR" sz="1100" b="1" dirty="0" err="1" smtClean="0"/>
              <a:t>cnt</a:t>
            </a:r>
            <a:endParaRPr lang="ko-KR" altLang="en-US" sz="11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642918"/>
            <a:ext cx="7516835" cy="1944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직선 화살표 연결선 3"/>
          <p:cNvCxnSpPr/>
          <p:nvPr/>
        </p:nvCxnSpPr>
        <p:spPr>
          <a:xfrm rot="5400000" flipH="1" flipV="1">
            <a:off x="750067" y="2607463"/>
            <a:ext cx="928694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0" y="3071810"/>
            <a:ext cx="350769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-</a:t>
            </a:r>
            <a:r>
              <a:rPr lang="en-US" altLang="ko-KR" sz="1400" b="1" dirty="0" smtClean="0"/>
              <a:t>D</a:t>
            </a:r>
            <a:r>
              <a:rPr lang="en-US" altLang="ko-KR" sz="1400" dirty="0" smtClean="0"/>
              <a:t>ata </a:t>
            </a:r>
            <a:r>
              <a:rPr lang="en-US" altLang="ko-KR" sz="1400" b="1" dirty="0" smtClean="0"/>
              <a:t>A</a:t>
            </a:r>
            <a:r>
              <a:rPr lang="en-US" altLang="ko-KR" sz="1400" dirty="0" smtClean="0"/>
              <a:t>ccess </a:t>
            </a:r>
            <a:r>
              <a:rPr lang="en-US" altLang="ko-KR" sz="1400" b="1" dirty="0" smtClean="0"/>
              <a:t>O</a:t>
            </a:r>
            <a:r>
              <a:rPr lang="en-US" altLang="ko-KR" sz="1400" dirty="0" smtClean="0"/>
              <a:t>bject</a:t>
            </a:r>
          </a:p>
          <a:p>
            <a:r>
              <a:rPr lang="en-US" altLang="ko-KR" sz="1400" dirty="0" smtClean="0"/>
              <a:t> : DBMS</a:t>
            </a:r>
            <a:r>
              <a:rPr lang="ko-KR" altLang="en-US" sz="1400" dirty="0" smtClean="0"/>
              <a:t>에 대한 작업 </a:t>
            </a:r>
            <a:r>
              <a:rPr lang="en-US" altLang="ko-KR" sz="1400" dirty="0" smtClean="0"/>
              <a:t>( </a:t>
            </a:r>
            <a:r>
              <a:rPr lang="ko-KR" altLang="en-US" sz="1400" dirty="0" err="1" smtClean="0"/>
              <a:t>쿼리문</a:t>
            </a:r>
            <a:r>
              <a:rPr lang="ko-KR" altLang="en-US" sz="1400" dirty="0" smtClean="0"/>
              <a:t> 작성 실행</a:t>
            </a:r>
            <a:r>
              <a:rPr lang="en-US" altLang="ko-KR" sz="1400" dirty="0" smtClean="0"/>
              <a:t>)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-method </a:t>
            </a:r>
            <a:r>
              <a:rPr lang="ko-KR" altLang="en-US" sz="1400" dirty="0" smtClean="0"/>
              <a:t>명 작성</a:t>
            </a:r>
            <a:endParaRPr lang="en-US" altLang="ko-KR" sz="1400" dirty="0" smtClean="0"/>
          </a:p>
          <a:p>
            <a:r>
              <a:rPr lang="en-US" altLang="ko-KR" sz="1400" dirty="0" smtClean="0"/>
              <a:t>  </a:t>
            </a:r>
            <a:r>
              <a:rPr lang="ko-KR" altLang="en-US" sz="1400" dirty="0" err="1" smtClean="0"/>
              <a:t>쿼리문이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method</a:t>
            </a:r>
            <a:r>
              <a:rPr lang="ko-KR" altLang="en-US" sz="1400" dirty="0" smtClean="0"/>
              <a:t>명에 </a:t>
            </a:r>
            <a:r>
              <a:rPr lang="ko-KR" altLang="en-US" sz="1400" dirty="0" err="1" smtClean="0"/>
              <a:t>반영되어야한다</a:t>
            </a:r>
            <a:r>
              <a:rPr lang="en-US" altLang="ko-KR" sz="1400" dirty="0" smtClean="0"/>
              <a:t>. </a:t>
            </a:r>
          </a:p>
          <a:p>
            <a:endParaRPr lang="ko-KR" altLang="en-US" sz="1400" dirty="0"/>
          </a:p>
        </p:txBody>
      </p:sp>
      <p:cxnSp>
        <p:nvCxnSpPr>
          <p:cNvPr id="7" name="직선 화살표 연결선 6"/>
          <p:cNvCxnSpPr/>
          <p:nvPr/>
        </p:nvCxnSpPr>
        <p:spPr>
          <a:xfrm rot="16200000" flipV="1">
            <a:off x="3893339" y="2607463"/>
            <a:ext cx="571504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57554" y="2928934"/>
            <a:ext cx="3853940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-</a:t>
            </a:r>
            <a:r>
              <a:rPr lang="en-US" altLang="ko-KR" sz="1400" b="1" dirty="0" smtClean="0"/>
              <a:t>DAO</a:t>
            </a:r>
            <a:r>
              <a:rPr lang="ko-KR" altLang="en-US" sz="1400" dirty="0" smtClean="0"/>
              <a:t>를 사용하는 클래스 </a:t>
            </a:r>
            <a:r>
              <a:rPr lang="en-US" altLang="ko-KR" sz="1400" dirty="0" smtClean="0"/>
              <a:t>=&gt; </a:t>
            </a:r>
            <a:r>
              <a:rPr lang="en-US" altLang="ko-KR" sz="1400" dirty="0" err="1" smtClean="0"/>
              <a:t>XxxService</a:t>
            </a:r>
            <a:r>
              <a:rPr lang="ko-KR" altLang="en-US" sz="1400" dirty="0" smtClean="0"/>
              <a:t>변경</a:t>
            </a:r>
            <a:endParaRPr lang="en-US" altLang="ko-KR" sz="1400" dirty="0" smtClean="0"/>
          </a:p>
          <a:p>
            <a:r>
              <a:rPr lang="en-US" altLang="ko-KR" sz="1400" dirty="0" smtClean="0"/>
              <a:t> : DBMS</a:t>
            </a:r>
            <a:r>
              <a:rPr lang="ko-KR" altLang="en-US" sz="1400" dirty="0" smtClean="0"/>
              <a:t>작업을 </a:t>
            </a:r>
            <a:r>
              <a:rPr lang="ko-KR" altLang="en-US" sz="1400" dirty="0" err="1" smtClean="0"/>
              <a:t>하기전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조회결과를 가지고 </a:t>
            </a:r>
            <a:endParaRPr lang="en-US" altLang="ko-KR" sz="1400" dirty="0" smtClean="0"/>
          </a:p>
          <a:p>
            <a:r>
              <a:rPr lang="en-US" altLang="ko-KR" sz="1400" dirty="0" smtClean="0"/>
              <a:t>  </a:t>
            </a:r>
            <a:r>
              <a:rPr lang="ko-KR" altLang="en-US" sz="1400" dirty="0" err="1" smtClean="0"/>
              <a:t>업무로직</a:t>
            </a:r>
            <a:r>
              <a:rPr lang="ko-KR" altLang="en-US" sz="1400" dirty="0" smtClean="0"/>
              <a:t> 구현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-method </a:t>
            </a:r>
            <a:r>
              <a:rPr lang="ko-KR" altLang="en-US" sz="1400" dirty="0" smtClean="0"/>
              <a:t>명 작성</a:t>
            </a:r>
            <a:endParaRPr lang="en-US" altLang="ko-KR" sz="1400" dirty="0" smtClean="0"/>
          </a:p>
          <a:p>
            <a:r>
              <a:rPr lang="en-US" altLang="ko-KR" sz="1400" dirty="0" smtClean="0"/>
              <a:t>  </a:t>
            </a:r>
            <a:r>
              <a:rPr lang="ko-KR" altLang="en-US" sz="1400" dirty="0" err="1" smtClean="0"/>
              <a:t>쿼리문이</a:t>
            </a:r>
            <a:r>
              <a:rPr lang="ko-KR" altLang="en-US" sz="1400" dirty="0" smtClean="0"/>
              <a:t> 들어가지 않고 현업의 업무용어로 </a:t>
            </a:r>
            <a:endParaRPr lang="en-US" altLang="ko-KR" sz="1400" dirty="0" smtClean="0"/>
          </a:p>
          <a:p>
            <a:r>
              <a:rPr lang="en-US" altLang="ko-KR" sz="1400" dirty="0" smtClean="0"/>
              <a:t>  method</a:t>
            </a:r>
            <a:r>
              <a:rPr lang="ko-KR" altLang="en-US" sz="1400" dirty="0" smtClean="0"/>
              <a:t>명 반영되어야 한다</a:t>
            </a:r>
            <a:r>
              <a:rPr lang="en-US" altLang="ko-KR" sz="1400" dirty="0" smtClean="0"/>
              <a:t>. </a:t>
            </a:r>
          </a:p>
          <a:p>
            <a:endParaRPr lang="ko-KR" altLang="en-US" sz="1400" dirty="0"/>
          </a:p>
        </p:txBody>
      </p:sp>
      <p:cxnSp>
        <p:nvCxnSpPr>
          <p:cNvPr id="10" name="직선 화살표 연결선 9"/>
          <p:cNvCxnSpPr/>
          <p:nvPr/>
        </p:nvCxnSpPr>
        <p:spPr>
          <a:xfrm rot="16200000" flipV="1">
            <a:off x="7108049" y="2464587"/>
            <a:ext cx="642942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90356" y="2928934"/>
            <a:ext cx="188224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-VO :</a:t>
            </a:r>
          </a:p>
          <a:p>
            <a:r>
              <a:rPr lang="ko-KR" altLang="en-US" sz="1400" dirty="0" err="1" smtClean="0"/>
              <a:t>화면에서입력된</a:t>
            </a:r>
            <a:r>
              <a:rPr lang="ko-KR" altLang="en-US" sz="1400" dirty="0" smtClean="0"/>
              <a:t> 값이</a:t>
            </a:r>
            <a:endParaRPr lang="en-US" altLang="ko-KR" sz="1400" dirty="0" smtClean="0"/>
          </a:p>
          <a:p>
            <a:r>
              <a:rPr lang="en-US" altLang="ko-KR" sz="1400" dirty="0" smtClean="0"/>
              <a:t>DBMS</a:t>
            </a:r>
            <a:r>
              <a:rPr lang="ko-KR" altLang="en-US" sz="1400" dirty="0" smtClean="0"/>
              <a:t>로 전달되거나</a:t>
            </a:r>
            <a:r>
              <a:rPr lang="en-US" altLang="ko-KR" sz="1400" dirty="0" smtClean="0"/>
              <a:t>,</a:t>
            </a:r>
          </a:p>
          <a:p>
            <a:r>
              <a:rPr lang="en-US" altLang="ko-KR" sz="1400" dirty="0" smtClean="0"/>
              <a:t>DBMS</a:t>
            </a:r>
            <a:r>
              <a:rPr lang="ko-KR" altLang="en-US" sz="1400" dirty="0" smtClean="0"/>
              <a:t>에 검색된 값이</a:t>
            </a:r>
            <a:endParaRPr lang="en-US" altLang="ko-KR" sz="1400" dirty="0" smtClean="0"/>
          </a:p>
          <a:p>
            <a:r>
              <a:rPr lang="ko-KR" altLang="en-US" sz="1400" dirty="0" smtClean="0"/>
              <a:t>화면으로 전달되는</a:t>
            </a:r>
            <a:endParaRPr lang="en-US" altLang="ko-KR" sz="1400" dirty="0" smtClean="0"/>
          </a:p>
          <a:p>
            <a:r>
              <a:rPr lang="ko-KR" altLang="en-US" sz="1400" dirty="0" smtClean="0"/>
              <a:t>용도의 클래스</a:t>
            </a:r>
            <a:endParaRPr lang="en-US" altLang="ko-KR" sz="1400" dirty="0" smtClean="0"/>
          </a:p>
          <a:p>
            <a:endParaRPr lang="ko-KR" alt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282" y="285728"/>
            <a:ext cx="3363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Char char="-"/>
            </a:pPr>
            <a:r>
              <a:rPr lang="en-US" altLang="ko-KR" sz="1600" dirty="0" smtClean="0"/>
              <a:t>insert   : 1</a:t>
            </a:r>
            <a:r>
              <a:rPr lang="ko-KR" altLang="en-US" sz="1600" dirty="0" err="1" smtClean="0"/>
              <a:t>행추가</a:t>
            </a:r>
            <a:r>
              <a:rPr lang="en-US" altLang="ko-KR" sz="1600" dirty="0" smtClean="0"/>
              <a:t>,</a:t>
            </a:r>
            <a:r>
              <a:rPr lang="ko-KR" altLang="en-US" sz="1600" dirty="0" smtClean="0"/>
              <a:t> 예외</a:t>
            </a:r>
            <a:endParaRPr lang="en-US" altLang="ko-KR" sz="1600" dirty="0" smtClean="0"/>
          </a:p>
          <a:p>
            <a:pPr>
              <a:buFontTx/>
              <a:buChar char="-"/>
            </a:pPr>
            <a:r>
              <a:rPr lang="en-US" altLang="ko-KR" sz="1600" dirty="0" smtClean="0"/>
              <a:t>update : 0</a:t>
            </a:r>
            <a:r>
              <a:rPr lang="ko-KR" altLang="en-US" sz="1600" dirty="0" smtClean="0"/>
              <a:t>행 변경</a:t>
            </a:r>
            <a:r>
              <a:rPr lang="en-US" altLang="ko-KR" sz="1600" dirty="0" smtClean="0"/>
              <a:t>, n</a:t>
            </a:r>
            <a:r>
              <a:rPr lang="ko-KR" altLang="en-US" sz="1600" dirty="0" smtClean="0"/>
              <a:t>행 변경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예외</a:t>
            </a:r>
            <a:endParaRPr lang="en-US" altLang="ko-KR" sz="1600" dirty="0" smtClean="0"/>
          </a:p>
          <a:p>
            <a:pPr>
              <a:buFontTx/>
              <a:buChar char="-"/>
            </a:pPr>
            <a:r>
              <a:rPr lang="en-US" altLang="ko-KR" sz="1600" dirty="0" smtClean="0"/>
              <a:t>delete  : 0</a:t>
            </a:r>
            <a:r>
              <a:rPr lang="ko-KR" altLang="en-US" sz="1600" dirty="0" smtClean="0"/>
              <a:t>행 삭제</a:t>
            </a:r>
            <a:r>
              <a:rPr lang="en-US" altLang="ko-KR" sz="1600" dirty="0" smtClean="0"/>
              <a:t>, n</a:t>
            </a:r>
            <a:r>
              <a:rPr lang="ko-KR" altLang="en-US" sz="1600" dirty="0" err="1" smtClean="0"/>
              <a:t>행삭제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예외</a:t>
            </a:r>
            <a:endParaRPr lang="ko-KR" altLang="en-US" sz="1600" dirty="0"/>
          </a:p>
        </p:txBody>
      </p:sp>
      <p:cxnSp>
        <p:nvCxnSpPr>
          <p:cNvPr id="3" name="직선 화살표 연결선 2"/>
          <p:cNvCxnSpPr/>
          <p:nvPr/>
        </p:nvCxnSpPr>
        <p:spPr>
          <a:xfrm rot="16200000" flipV="1">
            <a:off x="1893075" y="821513"/>
            <a:ext cx="428628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화살표 연결선 3"/>
          <p:cNvCxnSpPr>
            <a:endCxn id="2" idx="2"/>
          </p:cNvCxnSpPr>
          <p:nvPr/>
        </p:nvCxnSpPr>
        <p:spPr>
          <a:xfrm rot="10800000">
            <a:off x="1895930" y="1116726"/>
            <a:ext cx="390055" cy="976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357422" y="1214422"/>
            <a:ext cx="3897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변경하거나 </a:t>
            </a:r>
            <a:r>
              <a:rPr lang="ko-KR" altLang="en-US" sz="1200" dirty="0" err="1" smtClean="0"/>
              <a:t>삭제할려고하는</a:t>
            </a:r>
            <a:r>
              <a:rPr lang="ko-KR" altLang="en-US" sz="1200" dirty="0" smtClean="0"/>
              <a:t> 값을 잘 모르는 </a:t>
            </a:r>
            <a:r>
              <a:rPr lang="ko-KR" altLang="en-US" sz="1200" smtClean="0"/>
              <a:t>경우 발생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1054</Words>
  <Application>Microsoft Office PowerPoint</Application>
  <PresentationFormat>화면 슬라이드 쇼(4:3)</PresentationFormat>
  <Paragraphs>185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34</cp:revision>
  <dcterms:created xsi:type="dcterms:W3CDTF">2024-08-28T23:58:54Z</dcterms:created>
  <dcterms:modified xsi:type="dcterms:W3CDTF">2024-08-30T00:38:24Z</dcterms:modified>
</cp:coreProperties>
</file>